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18"/>
  </p:notesMasterIdLst>
  <p:handoutMasterIdLst>
    <p:handoutMasterId r:id="rId19"/>
  </p:handoutMasterIdLst>
  <p:sldIdLst>
    <p:sldId id="2382" r:id="rId2"/>
    <p:sldId id="4761" r:id="rId3"/>
    <p:sldId id="4762" r:id="rId4"/>
    <p:sldId id="4753" r:id="rId5"/>
    <p:sldId id="4774" r:id="rId6"/>
    <p:sldId id="4775" r:id="rId7"/>
    <p:sldId id="4773" r:id="rId8"/>
    <p:sldId id="4777" r:id="rId9"/>
    <p:sldId id="4776" r:id="rId10"/>
    <p:sldId id="4778" r:id="rId11"/>
    <p:sldId id="4780" r:id="rId12"/>
    <p:sldId id="4779" r:id="rId13"/>
    <p:sldId id="4781" r:id="rId14"/>
    <p:sldId id="4782" r:id="rId15"/>
    <p:sldId id="4783" r:id="rId16"/>
    <p:sldId id="4784" r:id="rId1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FD4E0D-8E10-1146-90FF-E649784254E8}" name="Camilo Franco" initials="CF" userId="S::cfranco@sumatoria.com.co::7995236e-5bf0-4b7b-b3fe-7de6d7e5eed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icolas Estrada" initials="NE" lastIdx="35" clrIdx="0">
    <p:extLst>
      <p:ext uri="{19B8F6BF-5375-455C-9EA6-DF929625EA0E}">
        <p15:presenceInfo xmlns:p15="http://schemas.microsoft.com/office/powerpoint/2012/main" userId="Nicolas Estrada" providerId="None"/>
      </p:ext>
    </p:extLst>
  </p:cmAuthor>
  <p:cmAuthor id="2" name="Juan Eduardo Afanador Restrepo" initials="JEAR" lastIdx="1" clrIdx="1">
    <p:extLst>
      <p:ext uri="{19B8F6BF-5375-455C-9EA6-DF929625EA0E}">
        <p15:presenceInfo xmlns:p15="http://schemas.microsoft.com/office/powerpoint/2012/main" userId="02bd4b48067bfaa4" providerId="Windows Live"/>
      </p:ext>
    </p:extLst>
  </p:cmAuthor>
  <p:cmAuthor id="3" name="Sumatoria" initials="S" lastIdx="13" clrIdx="2">
    <p:extLst>
      <p:ext uri="{19B8F6BF-5375-455C-9EA6-DF929625EA0E}">
        <p15:presenceInfo xmlns:p15="http://schemas.microsoft.com/office/powerpoint/2012/main" userId="Sumatoria" providerId="None"/>
      </p:ext>
    </p:extLst>
  </p:cmAuthor>
  <p:cmAuthor id="4" name="Susana Escobar" initials="SE" lastIdx="1" clrIdx="3">
    <p:extLst>
      <p:ext uri="{19B8F6BF-5375-455C-9EA6-DF929625EA0E}">
        <p15:presenceInfo xmlns:p15="http://schemas.microsoft.com/office/powerpoint/2012/main" userId="S::sescobar@sumatoria.com.co::8060e419-f5a4-4a7a-be44-2fc7110ee05f" providerId="AD"/>
      </p:ext>
    </p:extLst>
  </p:cmAuthor>
  <p:cmAuthor id="5" name="Nicolás Umaña" initials="NUJ" lastIdx="14" clrIdx="4">
    <p:extLst>
      <p:ext uri="{19B8F6BF-5375-455C-9EA6-DF929625EA0E}">
        <p15:presenceInfo xmlns:p15="http://schemas.microsoft.com/office/powerpoint/2012/main" userId="Nicolás Umañ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7F7F7F"/>
    <a:srgbClr val="BF232E"/>
    <a:srgbClr val="DCE9F9"/>
    <a:srgbClr val="C4CBDA"/>
    <a:srgbClr val="FFFFFF"/>
    <a:srgbClr val="364F82"/>
    <a:srgbClr val="D0DFB1"/>
    <a:srgbClr val="EFF5FB"/>
    <a:srgbClr val="EAE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58C965-1A9B-4E2F-9EDE-44E7F76F940D}" v="21" dt="2024-11-09T00:20:15.06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1" autoAdjust="0"/>
    <p:restoredTop sz="96932" autoAdjust="0"/>
  </p:normalViewPr>
  <p:slideViewPr>
    <p:cSldViewPr snapToGrid="0">
      <p:cViewPr varScale="1">
        <p:scale>
          <a:sx n="155" d="100"/>
          <a:sy n="155" d="100"/>
        </p:scale>
        <p:origin x="1360" y="19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8" d="100"/>
          <a:sy n="58" d="100"/>
        </p:scale>
        <p:origin x="278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Umaña" userId="1d62bc92-cc51-4e6f-867f-68aea093a547" providerId="ADAL" clId="{7D58C965-1A9B-4E2F-9EDE-44E7F76F940D}"/>
    <pc:docChg chg="undo redo custSel modSld">
      <pc:chgData name="Nicolas Umaña" userId="1d62bc92-cc51-4e6f-867f-68aea093a547" providerId="ADAL" clId="{7D58C965-1A9B-4E2F-9EDE-44E7F76F940D}" dt="2024-11-09T00:20:15.064" v="3011"/>
      <pc:docMkLst>
        <pc:docMk/>
      </pc:docMkLst>
      <pc:sldChg chg="modSp mod">
        <pc:chgData name="Nicolas Umaña" userId="1d62bc92-cc51-4e6f-867f-68aea093a547" providerId="ADAL" clId="{7D58C965-1A9B-4E2F-9EDE-44E7F76F940D}" dt="2024-11-08T23:10:34.013" v="1365" actId="207"/>
        <pc:sldMkLst>
          <pc:docMk/>
          <pc:sldMk cId="517981588" sldId="4253"/>
        </pc:sldMkLst>
        <pc:spChg chg="mod">
          <ac:chgData name="Nicolas Umaña" userId="1d62bc92-cc51-4e6f-867f-68aea093a547" providerId="ADAL" clId="{7D58C965-1A9B-4E2F-9EDE-44E7F76F940D}" dt="2024-11-08T23:10:34.013" v="1365" actId="207"/>
          <ac:spMkLst>
            <pc:docMk/>
            <pc:sldMk cId="517981588" sldId="4253"/>
            <ac:spMk id="28" creationId="{AB035358-3636-3B17-C5D0-F6307CE59A9C}"/>
          </ac:spMkLst>
        </pc:spChg>
        <pc:graphicFrameChg chg="mod">
          <ac:chgData name="Nicolas Umaña" userId="1d62bc92-cc51-4e6f-867f-68aea093a547" providerId="ADAL" clId="{7D58C965-1A9B-4E2F-9EDE-44E7F76F940D}" dt="2024-11-08T23:10:03.872" v="1358" actId="408"/>
          <ac:graphicFrameMkLst>
            <pc:docMk/>
            <pc:sldMk cId="517981588" sldId="4253"/>
            <ac:graphicFrameMk id="20" creationId="{9D911BF3-4ABE-F38B-354F-CB4B911999D5}"/>
          </ac:graphicFrameMkLst>
        </pc:graphicFrameChg>
        <pc:graphicFrameChg chg="mod">
          <ac:chgData name="Nicolas Umaña" userId="1d62bc92-cc51-4e6f-867f-68aea093a547" providerId="ADAL" clId="{7D58C965-1A9B-4E2F-9EDE-44E7F76F940D}" dt="2024-11-08T23:10:16.446" v="1363" actId="408"/>
          <ac:graphicFrameMkLst>
            <pc:docMk/>
            <pc:sldMk cId="517981588" sldId="4253"/>
            <ac:graphicFrameMk id="24" creationId="{0A894A3D-25EB-BED8-2837-DDE3311F7B40}"/>
          </ac:graphicFrameMkLst>
        </pc:graphicFrameChg>
      </pc:sldChg>
      <pc:sldChg chg="modSp mod">
        <pc:chgData name="Nicolas Umaña" userId="1d62bc92-cc51-4e6f-867f-68aea093a547" providerId="ADAL" clId="{7D58C965-1A9B-4E2F-9EDE-44E7F76F940D}" dt="2024-11-08T23:08:37.521" v="1305" actId="408"/>
        <pc:sldMkLst>
          <pc:docMk/>
          <pc:sldMk cId="1395754370" sldId="4254"/>
        </pc:sldMkLst>
        <pc:graphicFrameChg chg="mod">
          <ac:chgData name="Nicolas Umaña" userId="1d62bc92-cc51-4e6f-867f-68aea093a547" providerId="ADAL" clId="{7D58C965-1A9B-4E2F-9EDE-44E7F76F940D}" dt="2024-11-08T23:08:37.521" v="1305" actId="408"/>
          <ac:graphicFrameMkLst>
            <pc:docMk/>
            <pc:sldMk cId="1395754370" sldId="4254"/>
            <ac:graphicFrameMk id="16" creationId="{AF11A399-50B0-02EE-F5BF-340F5202D4D1}"/>
          </ac:graphicFrameMkLst>
        </pc:graphicFrameChg>
      </pc:sldChg>
      <pc:sldChg chg="modSp mod">
        <pc:chgData name="Nicolas Umaña" userId="1d62bc92-cc51-4e6f-867f-68aea093a547" providerId="ADAL" clId="{7D58C965-1A9B-4E2F-9EDE-44E7F76F940D}" dt="2024-11-08T23:12:56.010" v="1437" actId="408"/>
        <pc:sldMkLst>
          <pc:docMk/>
          <pc:sldMk cId="1864989591" sldId="4277"/>
        </pc:sldMkLst>
        <pc:graphicFrameChg chg="mod">
          <ac:chgData name="Nicolas Umaña" userId="1d62bc92-cc51-4e6f-867f-68aea093a547" providerId="ADAL" clId="{7D58C965-1A9B-4E2F-9EDE-44E7F76F940D}" dt="2024-11-08T23:12:46.528" v="1434" actId="1076"/>
          <ac:graphicFrameMkLst>
            <pc:docMk/>
            <pc:sldMk cId="1864989591" sldId="4277"/>
            <ac:graphicFrameMk id="21" creationId="{A3DD7488-224E-04CA-8FBA-C197497E3127}"/>
          </ac:graphicFrameMkLst>
        </pc:graphicFrameChg>
        <pc:graphicFrameChg chg="mod">
          <ac:chgData name="Nicolas Umaña" userId="1d62bc92-cc51-4e6f-867f-68aea093a547" providerId="ADAL" clId="{7D58C965-1A9B-4E2F-9EDE-44E7F76F940D}" dt="2024-11-08T23:12:56.010" v="1437" actId="408"/>
          <ac:graphicFrameMkLst>
            <pc:docMk/>
            <pc:sldMk cId="1864989591" sldId="4277"/>
            <ac:graphicFrameMk id="25" creationId="{BE38EEE7-1EB0-12A7-AA46-D851E9A9E61A}"/>
          </ac:graphicFrameMkLst>
        </pc:graphicFrameChg>
      </pc:sldChg>
      <pc:sldChg chg="modSp mod">
        <pc:chgData name="Nicolas Umaña" userId="1d62bc92-cc51-4e6f-867f-68aea093a547" providerId="ADAL" clId="{7D58C965-1A9B-4E2F-9EDE-44E7F76F940D}" dt="2024-11-08T23:13:31.313" v="1446" actId="167"/>
        <pc:sldMkLst>
          <pc:docMk/>
          <pc:sldMk cId="617502398" sldId="4382"/>
        </pc:sldMkLst>
        <pc:spChg chg="mod">
          <ac:chgData name="Nicolas Umaña" userId="1d62bc92-cc51-4e6f-867f-68aea093a547" providerId="ADAL" clId="{7D58C965-1A9B-4E2F-9EDE-44E7F76F940D}" dt="2024-11-08T23:13:15.198" v="1440" actId="555"/>
          <ac:spMkLst>
            <pc:docMk/>
            <pc:sldMk cId="617502398" sldId="4382"/>
            <ac:spMk id="19" creationId="{D670C374-E3BA-6A06-34F9-7EF0153E0970}"/>
          </ac:spMkLst>
        </pc:spChg>
        <pc:spChg chg="mod">
          <ac:chgData name="Nicolas Umaña" userId="1d62bc92-cc51-4e6f-867f-68aea093a547" providerId="ADAL" clId="{7D58C965-1A9B-4E2F-9EDE-44E7F76F940D}" dt="2024-11-08T23:13:22.368" v="1442" actId="555"/>
          <ac:spMkLst>
            <pc:docMk/>
            <pc:sldMk cId="617502398" sldId="4382"/>
            <ac:spMk id="21" creationId="{3B7A35E9-93E3-1053-EBA4-88E88629F6C3}"/>
          </ac:spMkLst>
        </pc:spChg>
        <pc:graphicFrameChg chg="mod">
          <ac:chgData name="Nicolas Umaña" userId="1d62bc92-cc51-4e6f-867f-68aea093a547" providerId="ADAL" clId="{7D58C965-1A9B-4E2F-9EDE-44E7F76F940D}" dt="2024-11-08T23:13:17.666" v="1441" actId="408"/>
          <ac:graphicFrameMkLst>
            <pc:docMk/>
            <pc:sldMk cId="617502398" sldId="4382"/>
            <ac:graphicFrameMk id="25" creationId="{6D6DE019-46DE-1292-E256-5841134503C3}"/>
          </ac:graphicFrameMkLst>
        </pc:graphicFrameChg>
        <pc:graphicFrameChg chg="mod ord">
          <ac:chgData name="Nicolas Umaña" userId="1d62bc92-cc51-4e6f-867f-68aea093a547" providerId="ADAL" clId="{7D58C965-1A9B-4E2F-9EDE-44E7F76F940D}" dt="2024-11-08T23:13:31.313" v="1446" actId="167"/>
          <ac:graphicFrameMkLst>
            <pc:docMk/>
            <pc:sldMk cId="617502398" sldId="4382"/>
            <ac:graphicFrameMk id="26" creationId="{63583CF5-5E1A-2106-8B01-350EE43C2EBA}"/>
          </ac:graphicFrameMkLst>
        </pc:graphicFrameChg>
      </pc:sldChg>
      <pc:sldChg chg="modSp mod">
        <pc:chgData name="Nicolas Umaña" userId="1d62bc92-cc51-4e6f-867f-68aea093a547" providerId="ADAL" clId="{7D58C965-1A9B-4E2F-9EDE-44E7F76F940D}" dt="2024-11-08T23:10:56.387" v="1366" actId="20577"/>
        <pc:sldMkLst>
          <pc:docMk/>
          <pc:sldMk cId="3502037166" sldId="4435"/>
        </pc:sldMkLst>
        <pc:spChg chg="mod">
          <ac:chgData name="Nicolas Umaña" userId="1d62bc92-cc51-4e6f-867f-68aea093a547" providerId="ADAL" clId="{7D58C965-1A9B-4E2F-9EDE-44E7F76F940D}" dt="2024-11-08T23:10:56.387" v="1366" actId="20577"/>
          <ac:spMkLst>
            <pc:docMk/>
            <pc:sldMk cId="3502037166" sldId="4435"/>
            <ac:spMk id="16" creationId="{8F2E3D0B-ADC2-A024-BF6E-029284AA84A8}"/>
          </ac:spMkLst>
        </pc:spChg>
      </pc:sldChg>
      <pc:sldChg chg="addSp modSp mod">
        <pc:chgData name="Nicolas Umaña" userId="1d62bc92-cc51-4e6f-867f-68aea093a547" providerId="ADAL" clId="{7D58C965-1A9B-4E2F-9EDE-44E7F76F940D}" dt="2024-11-08T22:53:17.103" v="514" actId="20577"/>
        <pc:sldMkLst>
          <pc:docMk/>
          <pc:sldMk cId="1023718383" sldId="4753"/>
        </pc:sldMkLst>
        <pc:spChg chg="mod">
          <ac:chgData name="Nicolas Umaña" userId="1d62bc92-cc51-4e6f-867f-68aea093a547" providerId="ADAL" clId="{7D58C965-1A9B-4E2F-9EDE-44E7F76F940D}" dt="2024-11-08T22:04:23.551" v="502" actId="20577"/>
          <ac:spMkLst>
            <pc:docMk/>
            <pc:sldMk cId="1023718383" sldId="4753"/>
            <ac:spMk id="2" creationId="{C118FCCC-47F9-DAD9-0349-4DE9DE9904F1}"/>
          </ac:spMkLst>
        </pc:spChg>
        <pc:spChg chg="mod">
          <ac:chgData name="Nicolas Umaña" userId="1d62bc92-cc51-4e6f-867f-68aea093a547" providerId="ADAL" clId="{7D58C965-1A9B-4E2F-9EDE-44E7F76F940D}" dt="2024-11-08T22:53:17.103" v="514" actId="20577"/>
          <ac:spMkLst>
            <pc:docMk/>
            <pc:sldMk cId="1023718383" sldId="4753"/>
            <ac:spMk id="4" creationId="{9C86100C-1B63-777D-514F-7EB5F72E1A81}"/>
          </ac:spMkLst>
        </pc:spChg>
        <pc:spChg chg="mod">
          <ac:chgData name="Nicolas Umaña" userId="1d62bc92-cc51-4e6f-867f-68aea093a547" providerId="ADAL" clId="{7D58C965-1A9B-4E2F-9EDE-44E7F76F940D}" dt="2024-11-08T21:53:34.684" v="12" actId="404"/>
          <ac:spMkLst>
            <pc:docMk/>
            <pc:sldMk cId="1023718383" sldId="4753"/>
            <ac:spMk id="8" creationId="{A019CF51-BEF4-89CB-99D8-B76637270A27}"/>
          </ac:spMkLst>
        </pc:spChg>
        <pc:spChg chg="mod">
          <ac:chgData name="Nicolas Umaña" userId="1d62bc92-cc51-4e6f-867f-68aea093a547" providerId="ADAL" clId="{7D58C965-1A9B-4E2F-9EDE-44E7F76F940D}" dt="2024-11-08T18:25:31.074" v="3" actId="207"/>
          <ac:spMkLst>
            <pc:docMk/>
            <pc:sldMk cId="1023718383" sldId="4753"/>
            <ac:spMk id="14" creationId="{DB06B6CD-FBD3-647F-4E83-97E132F60C01}"/>
          </ac:spMkLst>
        </pc:spChg>
        <pc:spChg chg="mod">
          <ac:chgData name="Nicolas Umaña" userId="1d62bc92-cc51-4e6f-867f-68aea093a547" providerId="ADAL" clId="{7D58C965-1A9B-4E2F-9EDE-44E7F76F940D}" dt="2024-11-08T18:25:31.074" v="3" actId="207"/>
          <ac:spMkLst>
            <pc:docMk/>
            <pc:sldMk cId="1023718383" sldId="4753"/>
            <ac:spMk id="16" creationId="{DA41F90A-77B7-322F-CE2F-E7625A61E734}"/>
          </ac:spMkLst>
        </pc:spChg>
        <pc:spChg chg="mod">
          <ac:chgData name="Nicolas Umaña" userId="1d62bc92-cc51-4e6f-867f-68aea093a547" providerId="ADAL" clId="{7D58C965-1A9B-4E2F-9EDE-44E7F76F940D}" dt="2024-11-08T21:51:19.178" v="10" actId="404"/>
          <ac:spMkLst>
            <pc:docMk/>
            <pc:sldMk cId="1023718383" sldId="4753"/>
            <ac:spMk id="17" creationId="{9E8B5E93-69B7-2195-F05C-B0C112A0A8D4}"/>
          </ac:spMkLst>
        </pc:spChg>
        <pc:spChg chg="add mod">
          <ac:chgData name="Nicolas Umaña" userId="1d62bc92-cc51-4e6f-867f-68aea093a547" providerId="ADAL" clId="{7D58C965-1A9B-4E2F-9EDE-44E7F76F940D}" dt="2024-11-08T22:53:05.648" v="508" actId="20577"/>
          <ac:spMkLst>
            <pc:docMk/>
            <pc:sldMk cId="1023718383" sldId="4753"/>
            <ac:spMk id="20" creationId="{45203986-FCE2-E053-90DF-53BB44C4973F}"/>
          </ac:spMkLst>
        </pc:spChg>
        <pc:spChg chg="mod">
          <ac:chgData name="Nicolas Umaña" userId="1d62bc92-cc51-4e6f-867f-68aea093a547" providerId="ADAL" clId="{7D58C965-1A9B-4E2F-9EDE-44E7F76F940D}" dt="2024-11-08T18:25:31.074" v="3" actId="207"/>
          <ac:spMkLst>
            <pc:docMk/>
            <pc:sldMk cId="1023718383" sldId="4753"/>
            <ac:spMk id="47" creationId="{E3E0F3B4-A98D-A159-ED93-8DA951F796BF}"/>
          </ac:spMkLst>
        </pc:spChg>
        <pc:spChg chg="mod">
          <ac:chgData name="Nicolas Umaña" userId="1d62bc92-cc51-4e6f-867f-68aea093a547" providerId="ADAL" clId="{7D58C965-1A9B-4E2F-9EDE-44E7F76F940D}" dt="2024-11-08T18:25:31.074" v="3" actId="207"/>
          <ac:spMkLst>
            <pc:docMk/>
            <pc:sldMk cId="1023718383" sldId="4753"/>
            <ac:spMk id="757" creationId="{60A2DFE8-F420-0E45-38A3-1506FA13705F}"/>
          </ac:spMkLst>
        </pc:spChg>
        <pc:spChg chg="mod">
          <ac:chgData name="Nicolas Umaña" userId="1d62bc92-cc51-4e6f-867f-68aea093a547" providerId="ADAL" clId="{7D58C965-1A9B-4E2F-9EDE-44E7F76F940D}" dt="2024-11-08T18:25:31.074" v="3" actId="207"/>
          <ac:spMkLst>
            <pc:docMk/>
            <pc:sldMk cId="1023718383" sldId="4753"/>
            <ac:spMk id="773" creationId="{45927CE5-282F-1FFE-455F-441F2FA5D8AC}"/>
          </ac:spMkLst>
        </pc:spChg>
      </pc:sldChg>
      <pc:sldChg chg="modSp mod">
        <pc:chgData name="Nicolas Umaña" userId="1d62bc92-cc51-4e6f-867f-68aea093a547" providerId="ADAL" clId="{7D58C965-1A9B-4E2F-9EDE-44E7F76F940D}" dt="2024-11-08T22:59:45.598" v="1025" actId="207"/>
        <pc:sldMkLst>
          <pc:docMk/>
          <pc:sldMk cId="3963344047" sldId="4763"/>
        </pc:sldMkLst>
        <pc:spChg chg="mod">
          <ac:chgData name="Nicolas Umaña" userId="1d62bc92-cc51-4e6f-867f-68aea093a547" providerId="ADAL" clId="{7D58C965-1A9B-4E2F-9EDE-44E7F76F940D}" dt="2024-11-08T22:59:45.598" v="1025" actId="207"/>
          <ac:spMkLst>
            <pc:docMk/>
            <pc:sldMk cId="3963344047" sldId="4763"/>
            <ac:spMk id="10" creationId="{434C30CD-6704-3181-2CA9-EA79806EDBFC}"/>
          </ac:spMkLst>
        </pc:spChg>
      </pc:sldChg>
      <pc:sldChg chg="addSp delSp modSp mod">
        <pc:chgData name="Nicolas Umaña" userId="1d62bc92-cc51-4e6f-867f-68aea093a547" providerId="ADAL" clId="{7D58C965-1A9B-4E2F-9EDE-44E7F76F940D}" dt="2024-11-09T00:02:00.417" v="1722"/>
        <pc:sldMkLst>
          <pc:docMk/>
          <pc:sldMk cId="868443695" sldId="4767"/>
        </pc:sldMkLst>
        <pc:spChg chg="mod">
          <ac:chgData name="Nicolas Umaña" userId="1d62bc92-cc51-4e6f-867f-68aea093a547" providerId="ADAL" clId="{7D58C965-1A9B-4E2F-9EDE-44E7F76F940D}" dt="2024-11-08T23:58:24.139" v="1721" actId="207"/>
          <ac:spMkLst>
            <pc:docMk/>
            <pc:sldMk cId="868443695" sldId="4767"/>
            <ac:spMk id="5" creationId="{EE910E48-4DE0-81BD-C70E-C25BC475A91E}"/>
          </ac:spMkLst>
        </pc:spChg>
        <pc:graphicFrameChg chg="mod">
          <ac:chgData name="Nicolas Umaña" userId="1d62bc92-cc51-4e6f-867f-68aea093a547" providerId="ADAL" clId="{7D58C965-1A9B-4E2F-9EDE-44E7F76F940D}" dt="2024-11-08T23:00:11.035" v="1029" actId="408"/>
          <ac:graphicFrameMkLst>
            <pc:docMk/>
            <pc:sldMk cId="868443695" sldId="4767"/>
            <ac:graphicFrameMk id="2" creationId="{A0CB4EEF-8D8C-A6B0-AC82-70AAEE2BBAFC}"/>
          </ac:graphicFrameMkLst>
        </pc:graphicFrameChg>
        <pc:graphicFrameChg chg="add mod">
          <ac:chgData name="Nicolas Umaña" userId="1d62bc92-cc51-4e6f-867f-68aea093a547" providerId="ADAL" clId="{7D58C965-1A9B-4E2F-9EDE-44E7F76F940D}" dt="2024-11-08T23:00:43.116" v="1033"/>
          <ac:graphicFrameMkLst>
            <pc:docMk/>
            <pc:sldMk cId="868443695" sldId="4767"/>
            <ac:graphicFrameMk id="6" creationId="{257B3F33-33E4-4E51-8585-5B75A6898C52}"/>
          </ac:graphicFrameMkLst>
        </pc:graphicFrameChg>
        <pc:graphicFrameChg chg="mod">
          <ac:chgData name="Nicolas Umaña" userId="1d62bc92-cc51-4e6f-867f-68aea093a547" providerId="ADAL" clId="{7D58C965-1A9B-4E2F-9EDE-44E7F76F940D}" dt="2024-11-09T00:02:00.417" v="1722"/>
          <ac:graphicFrameMkLst>
            <pc:docMk/>
            <pc:sldMk cId="868443695" sldId="4767"/>
            <ac:graphicFrameMk id="9" creationId="{1F903B24-250E-7393-0ED7-66C6448C8B9F}"/>
          </ac:graphicFrameMkLst>
        </pc:graphicFrameChg>
        <pc:graphicFrameChg chg="del">
          <ac:chgData name="Nicolas Umaña" userId="1d62bc92-cc51-4e6f-867f-68aea093a547" providerId="ADAL" clId="{7D58C965-1A9B-4E2F-9EDE-44E7F76F940D}" dt="2024-11-08T23:00:41.585" v="1030" actId="478"/>
          <ac:graphicFrameMkLst>
            <pc:docMk/>
            <pc:sldMk cId="868443695" sldId="4767"/>
            <ac:graphicFrameMk id="24" creationId="{103182A7-0C70-E999-6016-6389476A744C}"/>
          </ac:graphicFrameMkLst>
        </pc:graphicFrameChg>
      </pc:sldChg>
      <pc:sldChg chg="addSp delSp modSp mod">
        <pc:chgData name="Nicolas Umaña" userId="1d62bc92-cc51-4e6f-867f-68aea093a547" providerId="ADAL" clId="{7D58C965-1A9B-4E2F-9EDE-44E7F76F940D}" dt="2024-11-09T00:04:22.637" v="1756" actId="555"/>
        <pc:sldMkLst>
          <pc:docMk/>
          <pc:sldMk cId="351875097" sldId="4768"/>
        </pc:sldMkLst>
        <pc:spChg chg="add mod">
          <ac:chgData name="Nicolas Umaña" userId="1d62bc92-cc51-4e6f-867f-68aea093a547" providerId="ADAL" clId="{7D58C965-1A9B-4E2F-9EDE-44E7F76F940D}" dt="2024-11-08T23:02:57.301" v="1290" actId="20577"/>
          <ac:spMkLst>
            <pc:docMk/>
            <pc:sldMk cId="351875097" sldId="4768"/>
            <ac:spMk id="2" creationId="{374C54E0-4914-AE1F-727A-5A8B33F79A6B}"/>
          </ac:spMkLst>
        </pc:spChg>
        <pc:spChg chg="mod">
          <ac:chgData name="Nicolas Umaña" userId="1d62bc92-cc51-4e6f-867f-68aea093a547" providerId="ADAL" clId="{7D58C965-1A9B-4E2F-9EDE-44E7F76F940D}" dt="2024-11-09T00:04:22.637" v="1756" actId="555"/>
          <ac:spMkLst>
            <pc:docMk/>
            <pc:sldMk cId="351875097" sldId="4768"/>
            <ac:spMk id="11" creationId="{3489EA70-351A-561C-4FA5-B545B8C54E3B}"/>
          </ac:spMkLst>
        </pc:spChg>
        <pc:spChg chg="mod">
          <ac:chgData name="Nicolas Umaña" userId="1d62bc92-cc51-4e6f-867f-68aea093a547" providerId="ADAL" clId="{7D58C965-1A9B-4E2F-9EDE-44E7F76F940D}" dt="2024-11-08T23:01:31.097" v="1039" actId="555"/>
          <ac:spMkLst>
            <pc:docMk/>
            <pc:sldMk cId="351875097" sldId="4768"/>
            <ac:spMk id="15" creationId="{12003689-41F5-71C5-56D3-6BD7DA29DC35}"/>
          </ac:spMkLst>
        </pc:spChg>
        <pc:spChg chg="mod">
          <ac:chgData name="Nicolas Umaña" userId="1d62bc92-cc51-4e6f-867f-68aea093a547" providerId="ADAL" clId="{7D58C965-1A9B-4E2F-9EDE-44E7F76F940D}" dt="2024-11-08T23:02:03.599" v="1047" actId="408"/>
          <ac:spMkLst>
            <pc:docMk/>
            <pc:sldMk cId="351875097" sldId="4768"/>
            <ac:spMk id="17" creationId="{1626479F-D9D7-7BC1-E41C-E0E3B800DE8A}"/>
          </ac:spMkLst>
        </pc:spChg>
        <pc:graphicFrameChg chg="mod ord">
          <ac:chgData name="Nicolas Umaña" userId="1d62bc92-cc51-4e6f-867f-68aea093a547" providerId="ADAL" clId="{7D58C965-1A9B-4E2F-9EDE-44E7F76F940D}" dt="2024-11-08T23:01:37.242" v="1041" actId="167"/>
          <ac:graphicFrameMkLst>
            <pc:docMk/>
            <pc:sldMk cId="351875097" sldId="4768"/>
            <ac:graphicFrameMk id="4" creationId="{F42F3B3F-C55F-88D5-A321-37D7800CDC26}"/>
          </ac:graphicFrameMkLst>
        </pc:graphicFrameChg>
        <pc:graphicFrameChg chg="mod">
          <ac:chgData name="Nicolas Umaña" userId="1d62bc92-cc51-4e6f-867f-68aea093a547" providerId="ADAL" clId="{7D58C965-1A9B-4E2F-9EDE-44E7F76F940D}" dt="2024-11-09T00:04:22.637" v="1756" actId="555"/>
          <ac:graphicFrameMkLst>
            <pc:docMk/>
            <pc:sldMk cId="351875097" sldId="4768"/>
            <ac:graphicFrameMk id="5" creationId="{E09B62BF-10B3-1238-787E-6660E97F3F7E}"/>
          </ac:graphicFrameMkLst>
        </pc:graphicFrameChg>
        <pc:graphicFrameChg chg="del">
          <ac:chgData name="Nicolas Umaña" userId="1d62bc92-cc51-4e6f-867f-68aea093a547" providerId="ADAL" clId="{7D58C965-1A9B-4E2F-9EDE-44E7F76F940D}" dt="2024-11-09T00:02:24.707" v="1723" actId="478"/>
          <ac:graphicFrameMkLst>
            <pc:docMk/>
            <pc:sldMk cId="351875097" sldId="4768"/>
            <ac:graphicFrameMk id="8" creationId="{C2175A62-F139-D0E0-B91B-E50539C2C507}"/>
          </ac:graphicFrameMkLst>
        </pc:graphicFrameChg>
      </pc:sldChg>
      <pc:sldChg chg="modSp mod">
        <pc:chgData name="Nicolas Umaña" userId="1d62bc92-cc51-4e6f-867f-68aea093a547" providerId="ADAL" clId="{7D58C965-1A9B-4E2F-9EDE-44E7F76F940D}" dt="2024-11-08T23:03:12.025" v="1294" actId="408"/>
        <pc:sldMkLst>
          <pc:docMk/>
          <pc:sldMk cId="2775273755" sldId="4769"/>
        </pc:sldMkLst>
        <pc:graphicFrameChg chg="mod">
          <ac:chgData name="Nicolas Umaña" userId="1d62bc92-cc51-4e6f-867f-68aea093a547" providerId="ADAL" clId="{7D58C965-1A9B-4E2F-9EDE-44E7F76F940D}" dt="2024-11-08T23:03:12.025" v="1294" actId="408"/>
          <ac:graphicFrameMkLst>
            <pc:docMk/>
            <pc:sldMk cId="2775273755" sldId="4769"/>
            <ac:graphicFrameMk id="5" creationId="{388D3021-9ED7-D150-C5E0-E81532928A77}"/>
          </ac:graphicFrameMkLst>
        </pc:graphicFrameChg>
      </pc:sldChg>
      <pc:sldChg chg="modSp mod">
        <pc:chgData name="Nicolas Umaña" userId="1d62bc92-cc51-4e6f-867f-68aea093a547" providerId="ADAL" clId="{7D58C965-1A9B-4E2F-9EDE-44E7F76F940D}" dt="2024-11-08T23:08:09.731" v="1301" actId="1076"/>
        <pc:sldMkLst>
          <pc:docMk/>
          <pc:sldMk cId="1394753002" sldId="4771"/>
        </pc:sldMkLst>
        <pc:spChg chg="mod">
          <ac:chgData name="Nicolas Umaña" userId="1d62bc92-cc51-4e6f-867f-68aea093a547" providerId="ADAL" clId="{7D58C965-1A9B-4E2F-9EDE-44E7F76F940D}" dt="2024-11-08T22:53:28.839" v="515" actId="20577"/>
          <ac:spMkLst>
            <pc:docMk/>
            <pc:sldMk cId="1394753002" sldId="4771"/>
            <ac:spMk id="2" creationId="{804C7E60-533B-CAD9-4876-5B4F06194E8B}"/>
          </ac:spMkLst>
        </pc:spChg>
        <pc:graphicFrameChg chg="mod">
          <ac:chgData name="Nicolas Umaña" userId="1d62bc92-cc51-4e6f-867f-68aea093a547" providerId="ADAL" clId="{7D58C965-1A9B-4E2F-9EDE-44E7F76F940D}" dt="2024-11-08T23:03:27.809" v="1297" actId="1076"/>
          <ac:graphicFrameMkLst>
            <pc:docMk/>
            <pc:sldMk cId="1394753002" sldId="4771"/>
            <ac:graphicFrameMk id="10" creationId="{43ACC3EF-74D2-C9DE-A572-A4E239D6255E}"/>
          </ac:graphicFrameMkLst>
        </pc:graphicFrameChg>
        <pc:graphicFrameChg chg="mod">
          <ac:chgData name="Nicolas Umaña" userId="1d62bc92-cc51-4e6f-867f-68aea093a547" providerId="ADAL" clId="{7D58C965-1A9B-4E2F-9EDE-44E7F76F940D}" dt="2024-11-08T23:08:09.731" v="1301" actId="1076"/>
          <ac:graphicFrameMkLst>
            <pc:docMk/>
            <pc:sldMk cId="1394753002" sldId="4771"/>
            <ac:graphicFrameMk id="13" creationId="{857DD31E-9B72-CF85-5746-8D43AC1DA647}"/>
          </ac:graphicFrameMkLst>
        </pc:graphicFrameChg>
      </pc:sldChg>
      <pc:sldChg chg="addSp modSp mod">
        <pc:chgData name="Nicolas Umaña" userId="1d62bc92-cc51-4e6f-867f-68aea093a547" providerId="ADAL" clId="{7D58C965-1A9B-4E2F-9EDE-44E7F76F940D}" dt="2024-11-08T22:56:28.046" v="852" actId="1036"/>
        <pc:sldMkLst>
          <pc:docMk/>
          <pc:sldMk cId="3604775748" sldId="4773"/>
        </pc:sldMkLst>
        <pc:spChg chg="add mod">
          <ac:chgData name="Nicolas Umaña" userId="1d62bc92-cc51-4e6f-867f-68aea093a547" providerId="ADAL" clId="{7D58C965-1A9B-4E2F-9EDE-44E7F76F940D}" dt="2024-11-08T22:55:52.728" v="819" actId="20577"/>
          <ac:spMkLst>
            <pc:docMk/>
            <pc:sldMk cId="3604775748" sldId="4773"/>
            <ac:spMk id="2" creationId="{021BB813-C12F-9E13-D9AE-651BE45509B1}"/>
          </ac:spMkLst>
        </pc:spChg>
        <pc:spChg chg="mod">
          <ac:chgData name="Nicolas Umaña" userId="1d62bc92-cc51-4e6f-867f-68aea093a547" providerId="ADAL" clId="{7D58C965-1A9B-4E2F-9EDE-44E7F76F940D}" dt="2024-11-08T22:55:01.184" v="600" actId="947"/>
          <ac:spMkLst>
            <pc:docMk/>
            <pc:sldMk cId="3604775748" sldId="4773"/>
            <ac:spMk id="12" creationId="{83EB1E76-5238-6405-ACEF-32783BC4FFF6}"/>
          </ac:spMkLst>
        </pc:spChg>
        <pc:graphicFrameChg chg="mod">
          <ac:chgData name="Nicolas Umaña" userId="1d62bc92-cc51-4e6f-867f-68aea093a547" providerId="ADAL" clId="{7D58C965-1A9B-4E2F-9EDE-44E7F76F940D}" dt="2024-11-08T22:56:28.046" v="852" actId="1036"/>
          <ac:graphicFrameMkLst>
            <pc:docMk/>
            <pc:sldMk cId="3604775748" sldId="4773"/>
            <ac:graphicFrameMk id="15" creationId="{FAE4DBEA-25C5-9BE9-CBBF-CFF4FB61BFDB}"/>
          </ac:graphicFrameMkLst>
        </pc:graphicFrameChg>
      </pc:sldChg>
      <pc:sldChg chg="modSp mod">
        <pc:chgData name="Nicolas Umaña" userId="1d62bc92-cc51-4e6f-867f-68aea093a547" providerId="ADAL" clId="{7D58C965-1A9B-4E2F-9EDE-44E7F76F940D}" dt="2024-11-08T23:08:55.547" v="1309" actId="408"/>
        <pc:sldMkLst>
          <pc:docMk/>
          <pc:sldMk cId="3903838693" sldId="4782"/>
        </pc:sldMkLst>
        <pc:graphicFrameChg chg="mod">
          <ac:chgData name="Nicolas Umaña" userId="1d62bc92-cc51-4e6f-867f-68aea093a547" providerId="ADAL" clId="{7D58C965-1A9B-4E2F-9EDE-44E7F76F940D}" dt="2024-11-08T23:08:55.547" v="1309" actId="408"/>
          <ac:graphicFrameMkLst>
            <pc:docMk/>
            <pc:sldMk cId="3903838693" sldId="4782"/>
            <ac:graphicFrameMk id="2" creationId="{85EBD338-3D2D-9331-C421-F2D89A3210E7}"/>
          </ac:graphicFrameMkLst>
        </pc:graphicFrameChg>
      </pc:sldChg>
      <pc:sldChg chg="modSp mod">
        <pc:chgData name="Nicolas Umaña" userId="1d62bc92-cc51-4e6f-867f-68aea093a547" providerId="ADAL" clId="{7D58C965-1A9B-4E2F-9EDE-44E7F76F940D}" dt="2024-11-08T23:09:21.549" v="1352" actId="555"/>
        <pc:sldMkLst>
          <pc:docMk/>
          <pc:sldMk cId="1719992564" sldId="4783"/>
        </pc:sldMkLst>
        <pc:spChg chg="mod">
          <ac:chgData name="Nicolas Umaña" userId="1d62bc92-cc51-4e6f-867f-68aea093a547" providerId="ADAL" clId="{7D58C965-1A9B-4E2F-9EDE-44E7F76F940D}" dt="2024-11-08T23:09:10.462" v="1331" actId="555"/>
          <ac:spMkLst>
            <pc:docMk/>
            <pc:sldMk cId="1719992564" sldId="4783"/>
            <ac:spMk id="11" creationId="{B35C5A1C-FAA3-1249-8F2B-A4963BC61559}"/>
          </ac:spMkLst>
        </pc:spChg>
        <pc:spChg chg="mod">
          <ac:chgData name="Nicolas Umaña" userId="1d62bc92-cc51-4e6f-867f-68aea093a547" providerId="ADAL" clId="{7D58C965-1A9B-4E2F-9EDE-44E7F76F940D}" dt="2024-11-08T23:09:21.549" v="1352" actId="555"/>
          <ac:spMkLst>
            <pc:docMk/>
            <pc:sldMk cId="1719992564" sldId="4783"/>
            <ac:spMk id="15" creationId="{FABFC087-1D6C-7FC7-AAE1-3C3392713064}"/>
          </ac:spMkLst>
        </pc:spChg>
        <pc:graphicFrameChg chg="mod">
          <ac:chgData name="Nicolas Umaña" userId="1d62bc92-cc51-4e6f-867f-68aea093a547" providerId="ADAL" clId="{7D58C965-1A9B-4E2F-9EDE-44E7F76F940D}" dt="2024-11-08T23:09:10.462" v="1331" actId="555"/>
          <ac:graphicFrameMkLst>
            <pc:docMk/>
            <pc:sldMk cId="1719992564" sldId="4783"/>
            <ac:graphicFrameMk id="7" creationId="{FCEF317C-26E3-5115-E1D6-3E25F8D3657F}"/>
          </ac:graphicFrameMkLst>
        </pc:graphicFrameChg>
        <pc:graphicFrameChg chg="mod">
          <ac:chgData name="Nicolas Umaña" userId="1d62bc92-cc51-4e6f-867f-68aea093a547" providerId="ADAL" clId="{7D58C965-1A9B-4E2F-9EDE-44E7F76F940D}" dt="2024-11-08T23:09:21.549" v="1352" actId="555"/>
          <ac:graphicFrameMkLst>
            <pc:docMk/>
            <pc:sldMk cId="1719992564" sldId="4783"/>
            <ac:graphicFrameMk id="10" creationId="{6193D984-72B6-FBF4-361E-028C4ED5E977}"/>
          </ac:graphicFrameMkLst>
        </pc:graphicFrameChg>
      </pc:sldChg>
      <pc:sldChg chg="modSp mod">
        <pc:chgData name="Nicolas Umaña" userId="1d62bc92-cc51-4e6f-867f-68aea093a547" providerId="ADAL" clId="{7D58C965-1A9B-4E2F-9EDE-44E7F76F940D}" dt="2024-11-08T23:11:40.987" v="1407" actId="555"/>
        <pc:sldMkLst>
          <pc:docMk/>
          <pc:sldMk cId="1094752399" sldId="4784"/>
        </pc:sldMkLst>
        <pc:spChg chg="mod">
          <ac:chgData name="Nicolas Umaña" userId="1d62bc92-cc51-4e6f-867f-68aea093a547" providerId="ADAL" clId="{7D58C965-1A9B-4E2F-9EDE-44E7F76F940D}" dt="2024-11-08T23:11:17.114" v="1388" actId="555"/>
          <ac:spMkLst>
            <pc:docMk/>
            <pc:sldMk cId="1094752399" sldId="4784"/>
            <ac:spMk id="11" creationId="{6B4A89B8-3C77-745B-1246-F5F738E80AEA}"/>
          </ac:spMkLst>
        </pc:spChg>
        <pc:spChg chg="mod">
          <ac:chgData name="Nicolas Umaña" userId="1d62bc92-cc51-4e6f-867f-68aea093a547" providerId="ADAL" clId="{7D58C965-1A9B-4E2F-9EDE-44E7F76F940D}" dt="2024-11-08T23:11:40.987" v="1407" actId="555"/>
          <ac:spMkLst>
            <pc:docMk/>
            <pc:sldMk cId="1094752399" sldId="4784"/>
            <ac:spMk id="15" creationId="{1D78133D-887B-A3BC-B044-FC3F89E1B15D}"/>
          </ac:spMkLst>
        </pc:spChg>
        <pc:graphicFrameChg chg="mod">
          <ac:chgData name="Nicolas Umaña" userId="1d62bc92-cc51-4e6f-867f-68aea093a547" providerId="ADAL" clId="{7D58C965-1A9B-4E2F-9EDE-44E7F76F940D}" dt="2024-11-08T23:11:17.114" v="1388" actId="555"/>
          <ac:graphicFrameMkLst>
            <pc:docMk/>
            <pc:sldMk cId="1094752399" sldId="4784"/>
            <ac:graphicFrameMk id="5" creationId="{0BA6ECEC-C5F4-DF97-92D9-76BC7101E54A}"/>
          </ac:graphicFrameMkLst>
        </pc:graphicFrameChg>
        <pc:graphicFrameChg chg="mod">
          <ac:chgData name="Nicolas Umaña" userId="1d62bc92-cc51-4e6f-867f-68aea093a547" providerId="ADAL" clId="{7D58C965-1A9B-4E2F-9EDE-44E7F76F940D}" dt="2024-11-08T23:11:40.987" v="1407" actId="555"/>
          <ac:graphicFrameMkLst>
            <pc:docMk/>
            <pc:sldMk cId="1094752399" sldId="4784"/>
            <ac:graphicFrameMk id="8" creationId="{C2807D1D-8ACF-1834-9DDB-80B2C9D5F45B}"/>
          </ac:graphicFrameMkLst>
        </pc:graphicFrameChg>
      </pc:sldChg>
      <pc:sldChg chg="addSp modSp mod">
        <pc:chgData name="Nicolas Umaña" userId="1d62bc92-cc51-4e6f-867f-68aea093a547" providerId="ADAL" clId="{7D58C965-1A9B-4E2F-9EDE-44E7F76F940D}" dt="2024-11-09T00:07:31.740" v="1759"/>
        <pc:sldMkLst>
          <pc:docMk/>
          <pc:sldMk cId="2655494723" sldId="4785"/>
        </pc:sldMkLst>
        <pc:spChg chg="add mod">
          <ac:chgData name="Nicolas Umaña" userId="1d62bc92-cc51-4e6f-867f-68aea093a547" providerId="ADAL" clId="{7D58C965-1A9B-4E2F-9EDE-44E7F76F940D}" dt="2024-11-09T00:07:31.740" v="1759"/>
          <ac:spMkLst>
            <pc:docMk/>
            <pc:sldMk cId="2655494723" sldId="4785"/>
            <ac:spMk id="4" creationId="{8F9F453A-E810-6F1D-EB0C-A50FFBAC2E7F}"/>
          </ac:spMkLst>
        </pc:spChg>
        <pc:spChg chg="mod">
          <ac:chgData name="Nicolas Umaña" userId="1d62bc92-cc51-4e6f-867f-68aea093a547" providerId="ADAL" clId="{7D58C965-1A9B-4E2F-9EDE-44E7F76F940D}" dt="2024-11-08T23:12:24.420" v="1410" actId="555"/>
          <ac:spMkLst>
            <pc:docMk/>
            <pc:sldMk cId="2655494723" sldId="4785"/>
            <ac:spMk id="11" creationId="{354A585D-0755-9328-C207-C0FC88EE6004}"/>
          </ac:spMkLst>
        </pc:spChg>
        <pc:spChg chg="mod">
          <ac:chgData name="Nicolas Umaña" userId="1d62bc92-cc51-4e6f-867f-68aea093a547" providerId="ADAL" clId="{7D58C965-1A9B-4E2F-9EDE-44E7F76F940D}" dt="2024-11-08T23:12:33.479" v="1431" actId="555"/>
          <ac:spMkLst>
            <pc:docMk/>
            <pc:sldMk cId="2655494723" sldId="4785"/>
            <ac:spMk id="15" creationId="{DE34DEA7-2D07-16A4-50C1-94DA2DF9D5FA}"/>
          </ac:spMkLst>
        </pc:spChg>
        <pc:graphicFrameChg chg="mod">
          <ac:chgData name="Nicolas Umaña" userId="1d62bc92-cc51-4e6f-867f-68aea093a547" providerId="ADAL" clId="{7D58C965-1A9B-4E2F-9EDE-44E7F76F940D}" dt="2024-11-08T23:12:26.865" v="1411" actId="408"/>
          <ac:graphicFrameMkLst>
            <pc:docMk/>
            <pc:sldMk cId="2655494723" sldId="4785"/>
            <ac:graphicFrameMk id="5" creationId="{1FBAD5F5-7ADC-2937-073F-38E5171C5B51}"/>
          </ac:graphicFrameMkLst>
        </pc:graphicFrameChg>
        <pc:graphicFrameChg chg="mod">
          <ac:chgData name="Nicolas Umaña" userId="1d62bc92-cc51-4e6f-867f-68aea093a547" providerId="ADAL" clId="{7D58C965-1A9B-4E2F-9EDE-44E7F76F940D}" dt="2024-11-08T23:12:33.479" v="1431" actId="555"/>
          <ac:graphicFrameMkLst>
            <pc:docMk/>
            <pc:sldMk cId="2655494723" sldId="4785"/>
            <ac:graphicFrameMk id="8" creationId="{C7BDDA3F-7EC9-4BF8-F4CC-3BE90371C68F}"/>
          </ac:graphicFrameMkLst>
        </pc:graphicFrameChg>
      </pc:sldChg>
      <pc:sldChg chg="modSp mod">
        <pc:chgData name="Nicolas Umaña" userId="1d62bc92-cc51-4e6f-867f-68aea093a547" providerId="ADAL" clId="{7D58C965-1A9B-4E2F-9EDE-44E7F76F940D}" dt="2024-11-08T23:13:57.766" v="1452" actId="555"/>
        <pc:sldMkLst>
          <pc:docMk/>
          <pc:sldMk cId="3667096343" sldId="4786"/>
        </pc:sldMkLst>
        <pc:spChg chg="mod">
          <ac:chgData name="Nicolas Umaña" userId="1d62bc92-cc51-4e6f-867f-68aea093a547" providerId="ADAL" clId="{7D58C965-1A9B-4E2F-9EDE-44E7F76F940D}" dt="2024-11-08T23:13:52.210" v="1450" actId="555"/>
          <ac:spMkLst>
            <pc:docMk/>
            <pc:sldMk cId="3667096343" sldId="4786"/>
            <ac:spMk id="19" creationId="{FCEE1F28-4420-4C16-0BFF-581D55E2C9A3}"/>
          </ac:spMkLst>
        </pc:spChg>
        <pc:spChg chg="mod">
          <ac:chgData name="Nicolas Umaña" userId="1d62bc92-cc51-4e6f-867f-68aea093a547" providerId="ADAL" clId="{7D58C965-1A9B-4E2F-9EDE-44E7F76F940D}" dt="2024-11-08T23:13:57.766" v="1452" actId="555"/>
          <ac:spMkLst>
            <pc:docMk/>
            <pc:sldMk cId="3667096343" sldId="4786"/>
            <ac:spMk id="21" creationId="{4871BF4D-A190-9B1E-E57A-005C944D0A1C}"/>
          </ac:spMkLst>
        </pc:spChg>
        <pc:graphicFrameChg chg="mod">
          <ac:chgData name="Nicolas Umaña" userId="1d62bc92-cc51-4e6f-867f-68aea093a547" providerId="ADAL" clId="{7D58C965-1A9B-4E2F-9EDE-44E7F76F940D}" dt="2024-11-08T23:13:52.210" v="1450" actId="555"/>
          <ac:graphicFrameMkLst>
            <pc:docMk/>
            <pc:sldMk cId="3667096343" sldId="4786"/>
            <ac:graphicFrameMk id="7" creationId="{3519B6A2-C8B6-72A2-C560-2F8E3F154E2F}"/>
          </ac:graphicFrameMkLst>
        </pc:graphicFrameChg>
        <pc:graphicFrameChg chg="mod">
          <ac:chgData name="Nicolas Umaña" userId="1d62bc92-cc51-4e6f-867f-68aea093a547" providerId="ADAL" clId="{7D58C965-1A9B-4E2F-9EDE-44E7F76F940D}" dt="2024-11-08T23:13:57.766" v="1452" actId="555"/>
          <ac:graphicFrameMkLst>
            <pc:docMk/>
            <pc:sldMk cId="3667096343" sldId="4786"/>
            <ac:graphicFrameMk id="8" creationId="{17DB81C1-9280-F06D-4C9C-D130FE571501}"/>
          </ac:graphicFrameMkLst>
        </pc:graphicFrameChg>
      </pc:sldChg>
      <pc:sldChg chg="modSp mod">
        <pc:chgData name="Nicolas Umaña" userId="1d62bc92-cc51-4e6f-867f-68aea093a547" providerId="ADAL" clId="{7D58C965-1A9B-4E2F-9EDE-44E7F76F940D}" dt="2024-11-08T23:14:19.623" v="1457" actId="552"/>
        <pc:sldMkLst>
          <pc:docMk/>
          <pc:sldMk cId="1524380898" sldId="4788"/>
        </pc:sldMkLst>
        <pc:graphicFrameChg chg="mod">
          <ac:chgData name="Nicolas Umaña" userId="1d62bc92-cc51-4e6f-867f-68aea093a547" providerId="ADAL" clId="{7D58C965-1A9B-4E2F-9EDE-44E7F76F940D}" dt="2024-11-08T23:14:19.623" v="1457" actId="552"/>
          <ac:graphicFrameMkLst>
            <pc:docMk/>
            <pc:sldMk cId="1524380898" sldId="4788"/>
            <ac:graphicFrameMk id="3" creationId="{ACC76F48-F0DB-0473-93F3-AAC2B1DD9BF8}"/>
          </ac:graphicFrameMkLst>
        </pc:graphicFrameChg>
        <pc:graphicFrameChg chg="mod">
          <ac:chgData name="Nicolas Umaña" userId="1d62bc92-cc51-4e6f-867f-68aea093a547" providerId="ADAL" clId="{7D58C965-1A9B-4E2F-9EDE-44E7F76F940D}" dt="2024-11-08T23:14:19.623" v="1457" actId="552"/>
          <ac:graphicFrameMkLst>
            <pc:docMk/>
            <pc:sldMk cId="1524380898" sldId="4788"/>
            <ac:graphicFrameMk id="5" creationId="{0594E071-8905-E7F1-E2AA-28892375C512}"/>
          </ac:graphicFrameMkLst>
        </pc:graphicFrameChg>
      </pc:sldChg>
      <pc:sldChg chg="addSp delSp modSp mod">
        <pc:chgData name="Nicolas Umaña" userId="1d62bc92-cc51-4e6f-867f-68aea093a547" providerId="ADAL" clId="{7D58C965-1A9B-4E2F-9EDE-44E7F76F940D}" dt="2024-11-09T00:10:28.430" v="1780" actId="408"/>
        <pc:sldMkLst>
          <pc:docMk/>
          <pc:sldMk cId="1565115872" sldId="4789"/>
        </pc:sldMkLst>
        <pc:spChg chg="add mod">
          <ac:chgData name="Nicolas Umaña" userId="1d62bc92-cc51-4e6f-867f-68aea093a547" providerId="ADAL" clId="{7D58C965-1A9B-4E2F-9EDE-44E7F76F940D}" dt="2024-11-09T00:07:50.476" v="1760"/>
          <ac:spMkLst>
            <pc:docMk/>
            <pc:sldMk cId="1565115872" sldId="4789"/>
            <ac:spMk id="2" creationId="{127F9628-4520-BBB2-DA40-C4D06F3C96D2}"/>
          </ac:spMkLst>
        </pc:spChg>
        <pc:spChg chg="add del mod">
          <ac:chgData name="Nicolas Umaña" userId="1d62bc92-cc51-4e6f-867f-68aea093a547" providerId="ADAL" clId="{7D58C965-1A9B-4E2F-9EDE-44E7F76F940D}" dt="2024-11-09T00:10:18.987" v="1778" actId="21"/>
          <ac:spMkLst>
            <pc:docMk/>
            <pc:sldMk cId="1565115872" sldId="4789"/>
            <ac:spMk id="3" creationId="{B16475EF-4FA9-127C-C058-29F908D41B7A}"/>
          </ac:spMkLst>
        </pc:spChg>
        <pc:spChg chg="mod">
          <ac:chgData name="Nicolas Umaña" userId="1d62bc92-cc51-4e6f-867f-68aea093a547" providerId="ADAL" clId="{7D58C965-1A9B-4E2F-9EDE-44E7F76F940D}" dt="2024-11-08T23:14:39.010" v="1461" actId="555"/>
          <ac:spMkLst>
            <pc:docMk/>
            <pc:sldMk cId="1565115872" sldId="4789"/>
            <ac:spMk id="19" creationId="{AC9BDDE6-D859-5AF6-DFF1-0849A4265AEC}"/>
          </ac:spMkLst>
        </pc:spChg>
        <pc:spChg chg="mod">
          <ac:chgData name="Nicolas Umaña" userId="1d62bc92-cc51-4e6f-867f-68aea093a547" providerId="ADAL" clId="{7D58C965-1A9B-4E2F-9EDE-44E7F76F940D}" dt="2024-11-09T00:10:14.743" v="1777" actId="555"/>
          <ac:spMkLst>
            <pc:docMk/>
            <pc:sldMk cId="1565115872" sldId="4789"/>
            <ac:spMk id="21" creationId="{27479E43-5EF3-07B7-BC60-54C9733F5B5A}"/>
          </ac:spMkLst>
        </pc:spChg>
        <pc:spChg chg="mod">
          <ac:chgData name="Nicolas Umaña" userId="1d62bc92-cc51-4e6f-867f-68aea093a547" providerId="ADAL" clId="{7D58C965-1A9B-4E2F-9EDE-44E7F76F940D}" dt="2024-11-09T00:10:28.430" v="1780" actId="408"/>
          <ac:spMkLst>
            <pc:docMk/>
            <pc:sldMk cId="1565115872" sldId="4789"/>
            <ac:spMk id="22" creationId="{E45B7380-9885-2409-2FF0-76AD34021CBD}"/>
          </ac:spMkLst>
        </pc:spChg>
        <pc:graphicFrameChg chg="mod">
          <ac:chgData name="Nicolas Umaña" userId="1d62bc92-cc51-4e6f-867f-68aea093a547" providerId="ADAL" clId="{7D58C965-1A9B-4E2F-9EDE-44E7F76F940D}" dt="2024-11-09T00:10:14.743" v="1777" actId="555"/>
          <ac:graphicFrameMkLst>
            <pc:docMk/>
            <pc:sldMk cId="1565115872" sldId="4789"/>
            <ac:graphicFrameMk id="6" creationId="{76959EB0-3915-8720-EB8C-684DE40F3A9B}"/>
          </ac:graphicFrameMkLst>
        </pc:graphicFrameChg>
        <pc:graphicFrameChg chg="mod">
          <ac:chgData name="Nicolas Umaña" userId="1d62bc92-cc51-4e6f-867f-68aea093a547" providerId="ADAL" clId="{7D58C965-1A9B-4E2F-9EDE-44E7F76F940D}" dt="2024-11-08T23:14:39.010" v="1461" actId="555"/>
          <ac:graphicFrameMkLst>
            <pc:docMk/>
            <pc:sldMk cId="1565115872" sldId="4789"/>
            <ac:graphicFrameMk id="7" creationId="{8619A420-C265-5715-4600-E27CB5F0D429}"/>
          </ac:graphicFrameMkLst>
        </pc:graphicFrameChg>
      </pc:sldChg>
      <pc:sldChg chg="addSp delSp modSp mod">
        <pc:chgData name="Nicolas Umaña" userId="1d62bc92-cc51-4e6f-867f-68aea093a547" providerId="ADAL" clId="{7D58C965-1A9B-4E2F-9EDE-44E7F76F940D}" dt="2024-11-09T00:11:06.396" v="1798" actId="408"/>
        <pc:sldMkLst>
          <pc:docMk/>
          <pc:sldMk cId="565404798" sldId="4790"/>
        </pc:sldMkLst>
        <pc:spChg chg="add mod">
          <ac:chgData name="Nicolas Umaña" userId="1d62bc92-cc51-4e6f-867f-68aea093a547" providerId="ADAL" clId="{7D58C965-1A9B-4E2F-9EDE-44E7F76F940D}" dt="2024-11-09T00:07:56.008" v="1761"/>
          <ac:spMkLst>
            <pc:docMk/>
            <pc:sldMk cId="565404798" sldId="4790"/>
            <ac:spMk id="2" creationId="{E2579298-7E97-92AB-ECEF-F53C359E70FC}"/>
          </ac:spMkLst>
        </pc:spChg>
        <pc:spChg chg="mod">
          <ac:chgData name="Nicolas Umaña" userId="1d62bc92-cc51-4e6f-867f-68aea093a547" providerId="ADAL" clId="{7D58C965-1A9B-4E2F-9EDE-44E7F76F940D}" dt="2024-11-09T00:10:46.090" v="1795" actId="555"/>
          <ac:spMkLst>
            <pc:docMk/>
            <pc:sldMk cId="565404798" sldId="4790"/>
            <ac:spMk id="3" creationId="{C0877A09-142C-93CF-932C-66A7DFFE906C}"/>
          </ac:spMkLst>
        </pc:spChg>
        <pc:spChg chg="mod">
          <ac:chgData name="Nicolas Umaña" userId="1d62bc92-cc51-4e6f-867f-68aea093a547" providerId="ADAL" clId="{7D58C965-1A9B-4E2F-9EDE-44E7F76F940D}" dt="2024-11-09T00:11:06.396" v="1798" actId="408"/>
          <ac:spMkLst>
            <pc:docMk/>
            <pc:sldMk cId="565404798" sldId="4790"/>
            <ac:spMk id="4" creationId="{AE6A80F5-9DD7-B8EA-1DF3-278E743C777F}"/>
          </ac:spMkLst>
        </pc:spChg>
        <pc:spChg chg="add del mod">
          <ac:chgData name="Nicolas Umaña" userId="1d62bc92-cc51-4e6f-867f-68aea093a547" providerId="ADAL" clId="{7D58C965-1A9B-4E2F-9EDE-44E7F76F940D}" dt="2024-11-09T00:10:51.955" v="1796" actId="478"/>
          <ac:spMkLst>
            <pc:docMk/>
            <pc:sldMk cId="565404798" sldId="4790"/>
            <ac:spMk id="5" creationId="{B16475EF-4FA9-127C-C058-29F908D41B7A}"/>
          </ac:spMkLst>
        </pc:spChg>
        <pc:spChg chg="mod">
          <ac:chgData name="Nicolas Umaña" userId="1d62bc92-cc51-4e6f-867f-68aea093a547" providerId="ADAL" clId="{7D58C965-1A9B-4E2F-9EDE-44E7F76F940D}" dt="2024-11-08T23:14:58.997" v="1467" actId="555"/>
          <ac:spMkLst>
            <pc:docMk/>
            <pc:sldMk cId="565404798" sldId="4790"/>
            <ac:spMk id="19" creationId="{50BE0B62-BFDE-F778-4F92-ADD6A54BBE6E}"/>
          </ac:spMkLst>
        </pc:spChg>
        <pc:graphicFrameChg chg="mod">
          <ac:chgData name="Nicolas Umaña" userId="1d62bc92-cc51-4e6f-867f-68aea093a547" providerId="ADAL" clId="{7D58C965-1A9B-4E2F-9EDE-44E7F76F940D}" dt="2024-11-09T00:10:46.090" v="1795" actId="555"/>
          <ac:graphicFrameMkLst>
            <pc:docMk/>
            <pc:sldMk cId="565404798" sldId="4790"/>
            <ac:graphicFrameMk id="6" creationId="{4B6113EE-F95C-955B-75EC-FF4DC77B63B9}"/>
          </ac:graphicFrameMkLst>
        </pc:graphicFrameChg>
        <pc:graphicFrameChg chg="mod">
          <ac:chgData name="Nicolas Umaña" userId="1d62bc92-cc51-4e6f-867f-68aea093a547" providerId="ADAL" clId="{7D58C965-1A9B-4E2F-9EDE-44E7F76F940D}" dt="2024-11-08T23:14:58.997" v="1467" actId="555"/>
          <ac:graphicFrameMkLst>
            <pc:docMk/>
            <pc:sldMk cId="565404798" sldId="4790"/>
            <ac:graphicFrameMk id="8" creationId="{95724F2B-5470-0545-D819-AAFD9B6B85A1}"/>
          </ac:graphicFrameMkLst>
        </pc:graphicFrameChg>
      </pc:sldChg>
      <pc:sldChg chg="modSp mod">
        <pc:chgData name="Nicolas Umaña" userId="1d62bc92-cc51-4e6f-867f-68aea093a547" providerId="ADAL" clId="{7D58C965-1A9B-4E2F-9EDE-44E7F76F940D}" dt="2024-11-08T23:15:17.493" v="1472" actId="1076"/>
        <pc:sldMkLst>
          <pc:docMk/>
          <pc:sldMk cId="634014769" sldId="4792"/>
        </pc:sldMkLst>
        <pc:graphicFrameChg chg="mod">
          <ac:chgData name="Nicolas Umaña" userId="1d62bc92-cc51-4e6f-867f-68aea093a547" providerId="ADAL" clId="{7D58C965-1A9B-4E2F-9EDE-44E7F76F940D}" dt="2024-11-08T23:15:17.493" v="1472" actId="1076"/>
          <ac:graphicFrameMkLst>
            <pc:docMk/>
            <pc:sldMk cId="634014769" sldId="4792"/>
            <ac:graphicFrameMk id="3" creationId="{DC65B03D-F94E-1F13-D47B-739C3A0EB7B5}"/>
          </ac:graphicFrameMkLst>
        </pc:graphicFrameChg>
      </pc:sldChg>
      <pc:sldChg chg="modSp mod">
        <pc:chgData name="Nicolas Umaña" userId="1d62bc92-cc51-4e6f-867f-68aea093a547" providerId="ADAL" clId="{7D58C965-1A9B-4E2F-9EDE-44E7F76F940D}" dt="2024-11-08T23:15:32.272" v="1476" actId="1076"/>
        <pc:sldMkLst>
          <pc:docMk/>
          <pc:sldMk cId="3145715046" sldId="4793"/>
        </pc:sldMkLst>
        <pc:graphicFrameChg chg="mod">
          <ac:chgData name="Nicolas Umaña" userId="1d62bc92-cc51-4e6f-867f-68aea093a547" providerId="ADAL" clId="{7D58C965-1A9B-4E2F-9EDE-44E7F76F940D}" dt="2024-11-08T23:15:32.272" v="1476" actId="1076"/>
          <ac:graphicFrameMkLst>
            <pc:docMk/>
            <pc:sldMk cId="3145715046" sldId="4793"/>
            <ac:graphicFrameMk id="2" creationId="{8B17C549-1529-342F-AF18-64C858CE1F6A}"/>
          </ac:graphicFrameMkLst>
        </pc:graphicFrameChg>
      </pc:sldChg>
      <pc:sldChg chg="modSp mod">
        <pc:chgData name="Nicolas Umaña" userId="1d62bc92-cc51-4e6f-867f-68aea093a547" providerId="ADAL" clId="{7D58C965-1A9B-4E2F-9EDE-44E7F76F940D}" dt="2024-11-08T23:15:46.310" v="1479" actId="1076"/>
        <pc:sldMkLst>
          <pc:docMk/>
          <pc:sldMk cId="2129853230" sldId="4794"/>
        </pc:sldMkLst>
        <pc:graphicFrameChg chg="mod">
          <ac:chgData name="Nicolas Umaña" userId="1d62bc92-cc51-4e6f-867f-68aea093a547" providerId="ADAL" clId="{7D58C965-1A9B-4E2F-9EDE-44E7F76F940D}" dt="2024-11-08T23:15:46.310" v="1479" actId="1076"/>
          <ac:graphicFrameMkLst>
            <pc:docMk/>
            <pc:sldMk cId="2129853230" sldId="4794"/>
            <ac:graphicFrameMk id="2" creationId="{1B4E1146-D92A-8688-7CDD-F527188D0392}"/>
          </ac:graphicFrameMkLst>
        </pc:graphicFrameChg>
      </pc:sldChg>
      <pc:sldChg chg="modSp mod">
        <pc:chgData name="Nicolas Umaña" userId="1d62bc92-cc51-4e6f-867f-68aea093a547" providerId="ADAL" clId="{7D58C965-1A9B-4E2F-9EDE-44E7F76F940D}" dt="2024-11-08T23:15:58.236" v="1482" actId="1076"/>
        <pc:sldMkLst>
          <pc:docMk/>
          <pc:sldMk cId="4288082123" sldId="4795"/>
        </pc:sldMkLst>
        <pc:graphicFrameChg chg="mod">
          <ac:chgData name="Nicolas Umaña" userId="1d62bc92-cc51-4e6f-867f-68aea093a547" providerId="ADAL" clId="{7D58C965-1A9B-4E2F-9EDE-44E7F76F940D}" dt="2024-11-08T23:15:58.236" v="1482" actId="1076"/>
          <ac:graphicFrameMkLst>
            <pc:docMk/>
            <pc:sldMk cId="4288082123" sldId="4795"/>
            <ac:graphicFrameMk id="2" creationId="{39310164-DAEA-4052-A76D-8AF426057358}"/>
          </ac:graphicFrameMkLst>
        </pc:graphicFrameChg>
      </pc:sldChg>
      <pc:sldChg chg="addSp delSp modSp mod">
        <pc:chgData name="Nicolas Umaña" userId="1d62bc92-cc51-4e6f-867f-68aea093a547" providerId="ADAL" clId="{7D58C965-1A9B-4E2F-9EDE-44E7F76F940D}" dt="2024-11-09T00:20:15.064" v="3011"/>
        <pc:sldMkLst>
          <pc:docMk/>
          <pc:sldMk cId="1910941367" sldId="4797"/>
        </pc:sldMkLst>
        <pc:spChg chg="del mod">
          <ac:chgData name="Nicolas Umaña" userId="1d62bc92-cc51-4e6f-867f-68aea093a547" providerId="ADAL" clId="{7D58C965-1A9B-4E2F-9EDE-44E7F76F940D}" dt="2024-11-09T00:19:35.949" v="3004" actId="478"/>
          <ac:spMkLst>
            <pc:docMk/>
            <pc:sldMk cId="1910941367" sldId="4797"/>
            <ac:spMk id="2" creationId="{A104F906-999F-B917-843E-876731EEC122}"/>
          </ac:spMkLst>
        </pc:spChg>
        <pc:spChg chg="del">
          <ac:chgData name="Nicolas Umaña" userId="1d62bc92-cc51-4e6f-867f-68aea093a547" providerId="ADAL" clId="{7D58C965-1A9B-4E2F-9EDE-44E7F76F940D}" dt="2024-11-09T00:19:35.949" v="3004" actId="478"/>
          <ac:spMkLst>
            <pc:docMk/>
            <pc:sldMk cId="1910941367" sldId="4797"/>
            <ac:spMk id="5" creationId="{1B93026F-7F2B-CB35-E803-61267A3554C4}"/>
          </ac:spMkLst>
        </pc:spChg>
        <pc:spChg chg="del">
          <ac:chgData name="Nicolas Umaña" userId="1d62bc92-cc51-4e6f-867f-68aea093a547" providerId="ADAL" clId="{7D58C965-1A9B-4E2F-9EDE-44E7F76F940D}" dt="2024-11-09T00:19:35.949" v="3004" actId="478"/>
          <ac:spMkLst>
            <pc:docMk/>
            <pc:sldMk cId="1910941367" sldId="4797"/>
            <ac:spMk id="7" creationId="{B91B6560-19FD-A4B3-5D20-D892769E8325}"/>
          </ac:spMkLst>
        </pc:spChg>
        <pc:spChg chg="del">
          <ac:chgData name="Nicolas Umaña" userId="1d62bc92-cc51-4e6f-867f-68aea093a547" providerId="ADAL" clId="{7D58C965-1A9B-4E2F-9EDE-44E7F76F940D}" dt="2024-11-09T00:19:35.949" v="3004" actId="478"/>
          <ac:spMkLst>
            <pc:docMk/>
            <pc:sldMk cId="1910941367" sldId="4797"/>
            <ac:spMk id="8" creationId="{8CD5C917-0E3D-DAB1-CC30-D37A8FAEDB41}"/>
          </ac:spMkLst>
        </pc:spChg>
        <pc:spChg chg="del">
          <ac:chgData name="Nicolas Umaña" userId="1d62bc92-cc51-4e6f-867f-68aea093a547" providerId="ADAL" clId="{7D58C965-1A9B-4E2F-9EDE-44E7F76F940D}" dt="2024-11-09T00:19:35.949" v="3004" actId="478"/>
          <ac:spMkLst>
            <pc:docMk/>
            <pc:sldMk cId="1910941367" sldId="4797"/>
            <ac:spMk id="9" creationId="{9AFD4333-F5A0-A245-EC88-65E237011A59}"/>
          </ac:spMkLst>
        </pc:spChg>
        <pc:spChg chg="del mod">
          <ac:chgData name="Nicolas Umaña" userId="1d62bc92-cc51-4e6f-867f-68aea093a547" providerId="ADAL" clId="{7D58C965-1A9B-4E2F-9EDE-44E7F76F940D}" dt="2024-11-09T00:19:35.949" v="3004" actId="478"/>
          <ac:spMkLst>
            <pc:docMk/>
            <pc:sldMk cId="1910941367" sldId="4797"/>
            <ac:spMk id="12" creationId="{982E5745-C582-274B-EDBC-E27C5F06933D}"/>
          </ac:spMkLst>
        </pc:spChg>
        <pc:spChg chg="del mod">
          <ac:chgData name="Nicolas Umaña" userId="1d62bc92-cc51-4e6f-867f-68aea093a547" providerId="ADAL" clId="{7D58C965-1A9B-4E2F-9EDE-44E7F76F940D}" dt="2024-11-09T00:19:35.949" v="3004" actId="478"/>
          <ac:spMkLst>
            <pc:docMk/>
            <pc:sldMk cId="1910941367" sldId="4797"/>
            <ac:spMk id="13" creationId="{D2E349B0-B762-6D03-71FD-2BF5697B7C03}"/>
          </ac:spMkLst>
        </pc:spChg>
        <pc:spChg chg="del">
          <ac:chgData name="Nicolas Umaña" userId="1d62bc92-cc51-4e6f-867f-68aea093a547" providerId="ADAL" clId="{7D58C965-1A9B-4E2F-9EDE-44E7F76F940D}" dt="2024-11-09T00:19:35.949" v="3004" actId="478"/>
          <ac:spMkLst>
            <pc:docMk/>
            <pc:sldMk cId="1910941367" sldId="4797"/>
            <ac:spMk id="14" creationId="{ED4009C7-1C31-4CDE-C478-F9BE80238D35}"/>
          </ac:spMkLst>
        </pc:spChg>
        <pc:spChg chg="del">
          <ac:chgData name="Nicolas Umaña" userId="1d62bc92-cc51-4e6f-867f-68aea093a547" providerId="ADAL" clId="{7D58C965-1A9B-4E2F-9EDE-44E7F76F940D}" dt="2024-11-09T00:19:35.949" v="3004" actId="478"/>
          <ac:spMkLst>
            <pc:docMk/>
            <pc:sldMk cId="1910941367" sldId="4797"/>
            <ac:spMk id="15" creationId="{E9E3A300-D5B4-A4EB-8DA5-8C78CE2BFE87}"/>
          </ac:spMkLst>
        </pc:spChg>
        <pc:spChg chg="del">
          <ac:chgData name="Nicolas Umaña" userId="1d62bc92-cc51-4e6f-867f-68aea093a547" providerId="ADAL" clId="{7D58C965-1A9B-4E2F-9EDE-44E7F76F940D}" dt="2024-11-09T00:19:35.949" v="3004" actId="478"/>
          <ac:spMkLst>
            <pc:docMk/>
            <pc:sldMk cId="1910941367" sldId="4797"/>
            <ac:spMk id="16" creationId="{E0AD6A2A-6E61-92A5-CE03-229D3A22D73C}"/>
          </ac:spMkLst>
        </pc:spChg>
        <pc:spChg chg="del">
          <ac:chgData name="Nicolas Umaña" userId="1d62bc92-cc51-4e6f-867f-68aea093a547" providerId="ADAL" clId="{7D58C965-1A9B-4E2F-9EDE-44E7F76F940D}" dt="2024-11-09T00:19:35.949" v="3004" actId="478"/>
          <ac:spMkLst>
            <pc:docMk/>
            <pc:sldMk cId="1910941367" sldId="4797"/>
            <ac:spMk id="17" creationId="{5072332D-C07C-FA8B-5BBB-FF00D8C0F892}"/>
          </ac:spMkLst>
        </pc:spChg>
        <pc:spChg chg="del">
          <ac:chgData name="Nicolas Umaña" userId="1d62bc92-cc51-4e6f-867f-68aea093a547" providerId="ADAL" clId="{7D58C965-1A9B-4E2F-9EDE-44E7F76F940D}" dt="2024-11-09T00:19:35.949" v="3004" actId="478"/>
          <ac:spMkLst>
            <pc:docMk/>
            <pc:sldMk cId="1910941367" sldId="4797"/>
            <ac:spMk id="18" creationId="{8C7D353F-ED45-355C-0511-241EABB16773}"/>
          </ac:spMkLst>
        </pc:spChg>
        <pc:spChg chg="del">
          <ac:chgData name="Nicolas Umaña" userId="1d62bc92-cc51-4e6f-867f-68aea093a547" providerId="ADAL" clId="{7D58C965-1A9B-4E2F-9EDE-44E7F76F940D}" dt="2024-11-09T00:19:35.949" v="3004" actId="478"/>
          <ac:spMkLst>
            <pc:docMk/>
            <pc:sldMk cId="1910941367" sldId="4797"/>
            <ac:spMk id="19" creationId="{0F6BEC76-1BF2-9033-E88F-556E19ADA82F}"/>
          </ac:spMkLst>
        </pc:spChg>
        <pc:spChg chg="del">
          <ac:chgData name="Nicolas Umaña" userId="1d62bc92-cc51-4e6f-867f-68aea093a547" providerId="ADAL" clId="{7D58C965-1A9B-4E2F-9EDE-44E7F76F940D}" dt="2024-11-09T00:19:35.949" v="3004" actId="478"/>
          <ac:spMkLst>
            <pc:docMk/>
            <pc:sldMk cId="1910941367" sldId="4797"/>
            <ac:spMk id="20" creationId="{D5BDB249-B60B-A8FC-6EA6-E74BBD9B74F8}"/>
          </ac:spMkLst>
        </pc:spChg>
        <pc:graphicFrameChg chg="add mod modGraphic">
          <ac:chgData name="Nicolas Umaña" userId="1d62bc92-cc51-4e6f-867f-68aea093a547" providerId="ADAL" clId="{7D58C965-1A9B-4E2F-9EDE-44E7F76F940D}" dt="2024-11-09T00:20:15.064" v="3011"/>
          <ac:graphicFrameMkLst>
            <pc:docMk/>
            <pc:sldMk cId="1910941367" sldId="4797"/>
            <ac:graphicFrameMk id="3" creationId="{8D66BAD5-6D34-26C1-D30C-6EC2E217E2FB}"/>
          </ac:graphicFrameMkLst>
        </pc:graphicFrameChg>
      </pc:sldChg>
      <pc:sldChg chg="modSp mod">
        <pc:chgData name="Nicolas Umaña" userId="1d62bc92-cc51-4e6f-867f-68aea093a547" providerId="ADAL" clId="{7D58C965-1A9B-4E2F-9EDE-44E7F76F940D}" dt="2024-11-08T23:16:19.212" v="1485" actId="1076"/>
        <pc:sldMkLst>
          <pc:docMk/>
          <pc:sldMk cId="1513193032" sldId="4798"/>
        </pc:sldMkLst>
        <pc:graphicFrameChg chg="mod">
          <ac:chgData name="Nicolas Umaña" userId="1d62bc92-cc51-4e6f-867f-68aea093a547" providerId="ADAL" clId="{7D58C965-1A9B-4E2F-9EDE-44E7F76F940D}" dt="2024-11-08T23:16:19.212" v="1485" actId="1076"/>
          <ac:graphicFrameMkLst>
            <pc:docMk/>
            <pc:sldMk cId="1513193032" sldId="4798"/>
            <ac:graphicFrameMk id="5" creationId="{8AE692CD-AFC7-569B-AA17-F12C1249C41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D16D208-BD6F-4812-9058-3E5639FD6447}"/>
              </a:ext>
            </a:extLst>
          </p:cNvPr>
          <p:cNvSpPr>
            <a:spLocks noGrp="1"/>
          </p:cNvSpPr>
          <p:nvPr>
            <p:ph type="hdr" sz="quarter"/>
          </p:nvPr>
        </p:nvSpPr>
        <p:spPr>
          <a:xfrm>
            <a:off x="0" y="0"/>
            <a:ext cx="3037840" cy="466434"/>
          </a:xfrm>
          <a:prstGeom prst="rect">
            <a:avLst/>
          </a:prstGeom>
        </p:spPr>
        <p:txBody>
          <a:bodyPr vert="horz" lIns="93162" tIns="46581" rIns="93162" bIns="46581" rtlCol="0"/>
          <a:lstStyle>
            <a:lvl1pPr algn="l">
              <a:defRPr sz="1200"/>
            </a:lvl1pPr>
          </a:lstStyle>
          <a:p>
            <a:endParaRPr lang="en-US" dirty="0">
              <a:latin typeface="Abadi" panose="020B0604020202020204" pitchFamily="34" charset="0"/>
            </a:endParaRPr>
          </a:p>
        </p:txBody>
      </p:sp>
      <p:sp>
        <p:nvSpPr>
          <p:cNvPr id="3" name="Marcador de fecha 2">
            <a:extLst>
              <a:ext uri="{FF2B5EF4-FFF2-40B4-BE49-F238E27FC236}">
                <a16:creationId xmlns:a16="http://schemas.microsoft.com/office/drawing/2014/main" id="{492DDB9B-1512-4130-BE9B-4B1E65DAA4DC}"/>
              </a:ext>
            </a:extLst>
          </p:cNvPr>
          <p:cNvSpPr>
            <a:spLocks noGrp="1"/>
          </p:cNvSpPr>
          <p:nvPr>
            <p:ph type="dt" sz="quarter" idx="1"/>
          </p:nvPr>
        </p:nvSpPr>
        <p:spPr>
          <a:xfrm>
            <a:off x="3970938" y="0"/>
            <a:ext cx="3037840" cy="466434"/>
          </a:xfrm>
          <a:prstGeom prst="rect">
            <a:avLst/>
          </a:prstGeom>
        </p:spPr>
        <p:txBody>
          <a:bodyPr vert="horz" lIns="93162" tIns="46581" rIns="93162" bIns="46581" rtlCol="0"/>
          <a:lstStyle>
            <a:lvl1pPr algn="r">
              <a:defRPr sz="1200"/>
            </a:lvl1pPr>
          </a:lstStyle>
          <a:p>
            <a:fld id="{B4CD0A47-5A5A-4ED8-B97C-F5CAEBAB9257}" type="datetimeFigureOut">
              <a:rPr lang="en-US" smtClean="0">
                <a:latin typeface="Abadi" panose="020B0604020202020204" pitchFamily="34" charset="0"/>
              </a:rPr>
              <a:t>2/28/26</a:t>
            </a:fld>
            <a:endParaRPr lang="en-US" dirty="0">
              <a:latin typeface="Abadi" panose="020B0604020202020204" pitchFamily="34" charset="0"/>
            </a:endParaRPr>
          </a:p>
        </p:txBody>
      </p:sp>
      <p:sp>
        <p:nvSpPr>
          <p:cNvPr id="4" name="Marcador de pie de página 3">
            <a:extLst>
              <a:ext uri="{FF2B5EF4-FFF2-40B4-BE49-F238E27FC236}">
                <a16:creationId xmlns:a16="http://schemas.microsoft.com/office/drawing/2014/main" id="{C23FBC14-29CC-420E-98FB-116A8B68D383}"/>
              </a:ext>
            </a:extLst>
          </p:cNvPr>
          <p:cNvSpPr>
            <a:spLocks noGrp="1"/>
          </p:cNvSpPr>
          <p:nvPr>
            <p:ph type="ftr" sz="quarter" idx="2"/>
          </p:nvPr>
        </p:nvSpPr>
        <p:spPr>
          <a:xfrm>
            <a:off x="0" y="8829968"/>
            <a:ext cx="3037840" cy="466433"/>
          </a:xfrm>
          <a:prstGeom prst="rect">
            <a:avLst/>
          </a:prstGeom>
        </p:spPr>
        <p:txBody>
          <a:bodyPr vert="horz" lIns="93162" tIns="46581" rIns="93162" bIns="46581" rtlCol="0" anchor="b"/>
          <a:lstStyle>
            <a:lvl1pPr algn="l">
              <a:defRPr sz="1200"/>
            </a:lvl1pPr>
          </a:lstStyle>
          <a:p>
            <a:endParaRPr lang="en-US" dirty="0">
              <a:latin typeface="Abadi" panose="020B0604020202020204" pitchFamily="34" charset="0"/>
            </a:endParaRPr>
          </a:p>
        </p:txBody>
      </p:sp>
      <p:sp>
        <p:nvSpPr>
          <p:cNvPr id="5" name="Marcador de número de diapositiva 4">
            <a:extLst>
              <a:ext uri="{FF2B5EF4-FFF2-40B4-BE49-F238E27FC236}">
                <a16:creationId xmlns:a16="http://schemas.microsoft.com/office/drawing/2014/main" id="{913732FC-3610-46FC-890A-170FD6BFD779}"/>
              </a:ext>
            </a:extLst>
          </p:cNvPr>
          <p:cNvSpPr>
            <a:spLocks noGrp="1"/>
          </p:cNvSpPr>
          <p:nvPr>
            <p:ph type="sldNum" sz="quarter" idx="3"/>
          </p:nvPr>
        </p:nvSpPr>
        <p:spPr>
          <a:xfrm>
            <a:off x="3970938" y="8829968"/>
            <a:ext cx="3037840" cy="466433"/>
          </a:xfrm>
          <a:prstGeom prst="rect">
            <a:avLst/>
          </a:prstGeom>
        </p:spPr>
        <p:txBody>
          <a:bodyPr vert="horz" lIns="93162" tIns="46581" rIns="93162" bIns="46581" rtlCol="0" anchor="b"/>
          <a:lstStyle>
            <a:lvl1pPr algn="r">
              <a:defRPr sz="1200"/>
            </a:lvl1pPr>
          </a:lstStyle>
          <a:p>
            <a:fld id="{230F5246-7561-4315-9611-D3A15C5AC64E}" type="slidenum">
              <a:rPr lang="en-US" smtClean="0">
                <a:latin typeface="Abadi" panose="020B0604020202020204" pitchFamily="34" charset="0"/>
              </a:rPr>
              <a:t>‹Nº›</a:t>
            </a:fld>
            <a:endParaRPr lang="en-US" dirty="0">
              <a:latin typeface="Abadi" panose="020B0604020202020204" pitchFamily="34" charset="0"/>
            </a:endParaRPr>
          </a:p>
        </p:txBody>
      </p:sp>
    </p:spTree>
    <p:extLst>
      <p:ext uri="{BB962C8B-B14F-4D97-AF65-F5344CB8AC3E}">
        <p14:creationId xmlns:p14="http://schemas.microsoft.com/office/powerpoint/2010/main" val="9673756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2" y="1"/>
            <a:ext cx="3038475" cy="466725"/>
          </a:xfrm>
          <a:prstGeom prst="rect">
            <a:avLst/>
          </a:prstGeom>
        </p:spPr>
        <p:txBody>
          <a:bodyPr vert="horz" lIns="91425" tIns="45713" rIns="91425" bIns="45713" rtlCol="0"/>
          <a:lstStyle>
            <a:lvl1pPr algn="l">
              <a:defRPr sz="1200">
                <a:latin typeface="Abadi" panose="020B0604020202020204" pitchFamily="34" charset="0"/>
              </a:defRPr>
            </a:lvl1pPr>
          </a:lstStyle>
          <a:p>
            <a:endParaRPr lang="en-US" dirty="0"/>
          </a:p>
        </p:txBody>
      </p:sp>
      <p:sp>
        <p:nvSpPr>
          <p:cNvPr id="3" name="Marcador de fecha 2"/>
          <p:cNvSpPr>
            <a:spLocks noGrp="1"/>
          </p:cNvSpPr>
          <p:nvPr>
            <p:ph type="dt" idx="1"/>
          </p:nvPr>
        </p:nvSpPr>
        <p:spPr>
          <a:xfrm>
            <a:off x="3970340" y="1"/>
            <a:ext cx="3038475" cy="466725"/>
          </a:xfrm>
          <a:prstGeom prst="rect">
            <a:avLst/>
          </a:prstGeom>
        </p:spPr>
        <p:txBody>
          <a:bodyPr vert="horz" lIns="91425" tIns="45713" rIns="91425" bIns="45713" rtlCol="0"/>
          <a:lstStyle>
            <a:lvl1pPr algn="r">
              <a:defRPr sz="1200">
                <a:latin typeface="Abadi" panose="020B0604020202020204" pitchFamily="34" charset="0"/>
              </a:defRPr>
            </a:lvl1pPr>
          </a:lstStyle>
          <a:p>
            <a:fld id="{05AD31DA-756F-44CF-A719-426021389B24}" type="datetimeFigureOut">
              <a:rPr lang="en-US" smtClean="0"/>
              <a:pPr/>
              <a:t>2/28/26</a:t>
            </a:fld>
            <a:endParaRPr lang="en-US" dirty="0"/>
          </a:p>
        </p:txBody>
      </p:sp>
      <p:sp>
        <p:nvSpPr>
          <p:cNvPr id="4" name="Marcador de imagen de diapositiva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25" tIns="45713" rIns="91425" bIns="45713" rtlCol="0" anchor="ctr"/>
          <a:lstStyle/>
          <a:p>
            <a:endParaRPr lang="en-US" dirty="0"/>
          </a:p>
        </p:txBody>
      </p:sp>
      <p:sp>
        <p:nvSpPr>
          <p:cNvPr id="5" name="Marcador de notas 4"/>
          <p:cNvSpPr>
            <a:spLocks noGrp="1"/>
          </p:cNvSpPr>
          <p:nvPr>
            <p:ph type="body" sz="quarter" idx="3"/>
          </p:nvPr>
        </p:nvSpPr>
        <p:spPr>
          <a:xfrm>
            <a:off x="701675" y="4473577"/>
            <a:ext cx="5607050" cy="3660775"/>
          </a:xfrm>
          <a:prstGeom prst="rect">
            <a:avLst/>
          </a:prstGeom>
        </p:spPr>
        <p:txBody>
          <a:bodyPr vert="horz" lIns="91425" tIns="45713" rIns="91425" bIns="45713" rtlCol="0"/>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6" name="Marcador de pie de página 5"/>
          <p:cNvSpPr>
            <a:spLocks noGrp="1"/>
          </p:cNvSpPr>
          <p:nvPr>
            <p:ph type="ftr" sz="quarter" idx="4"/>
          </p:nvPr>
        </p:nvSpPr>
        <p:spPr>
          <a:xfrm>
            <a:off x="2" y="8829677"/>
            <a:ext cx="3038475" cy="466725"/>
          </a:xfrm>
          <a:prstGeom prst="rect">
            <a:avLst/>
          </a:prstGeom>
        </p:spPr>
        <p:txBody>
          <a:bodyPr vert="horz" lIns="91425" tIns="45713" rIns="91425" bIns="45713" rtlCol="0" anchor="b"/>
          <a:lstStyle>
            <a:lvl1pPr algn="l">
              <a:defRPr sz="1200">
                <a:latin typeface="Abadi" panose="020B0604020202020204" pitchFamily="34" charset="0"/>
              </a:defRPr>
            </a:lvl1pPr>
          </a:lstStyle>
          <a:p>
            <a:endParaRPr lang="en-US" dirty="0"/>
          </a:p>
        </p:txBody>
      </p:sp>
      <p:sp>
        <p:nvSpPr>
          <p:cNvPr id="7" name="Marcador de número de diapositiva 6"/>
          <p:cNvSpPr>
            <a:spLocks noGrp="1"/>
          </p:cNvSpPr>
          <p:nvPr>
            <p:ph type="sldNum" sz="quarter" idx="5"/>
          </p:nvPr>
        </p:nvSpPr>
        <p:spPr>
          <a:xfrm>
            <a:off x="3970340" y="8829677"/>
            <a:ext cx="3038475" cy="466725"/>
          </a:xfrm>
          <a:prstGeom prst="rect">
            <a:avLst/>
          </a:prstGeom>
        </p:spPr>
        <p:txBody>
          <a:bodyPr vert="horz" lIns="91425" tIns="45713" rIns="91425" bIns="45713" rtlCol="0" anchor="b"/>
          <a:lstStyle>
            <a:lvl1pPr algn="r">
              <a:defRPr sz="1200">
                <a:latin typeface="Abadi" panose="020B0604020202020204" pitchFamily="34" charset="0"/>
              </a:defRPr>
            </a:lvl1pPr>
          </a:lstStyle>
          <a:p>
            <a:fld id="{BAFC9A20-4EF1-472B-B47C-EFDC9BFEF728}" type="slidenum">
              <a:rPr lang="en-US" smtClean="0"/>
              <a:pPr/>
              <a:t>‹Nº›</a:t>
            </a:fld>
            <a:endParaRPr lang="en-US" dirty="0"/>
          </a:p>
        </p:txBody>
      </p:sp>
    </p:spTree>
    <p:extLst>
      <p:ext uri="{BB962C8B-B14F-4D97-AF65-F5344CB8AC3E}">
        <p14:creationId xmlns:p14="http://schemas.microsoft.com/office/powerpoint/2010/main" val="378354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badi" panose="020B0604020202020204" pitchFamily="34" charset="0"/>
        <a:ea typeface="+mn-ea"/>
        <a:cs typeface="+mn-cs"/>
      </a:defRPr>
    </a:lvl1pPr>
    <a:lvl2pPr marL="457200" algn="l" defTabSz="914400" rtl="0" eaLnBrk="1" latinLnBrk="0" hangingPunct="1">
      <a:defRPr sz="1200" kern="1200">
        <a:solidFill>
          <a:schemeClr val="tx1"/>
        </a:solidFill>
        <a:latin typeface="Abadi" panose="020B0604020202020204" pitchFamily="34" charset="0"/>
        <a:ea typeface="+mn-ea"/>
        <a:cs typeface="+mn-cs"/>
      </a:defRPr>
    </a:lvl2pPr>
    <a:lvl3pPr marL="914400" algn="l" defTabSz="914400" rtl="0" eaLnBrk="1" latinLnBrk="0" hangingPunct="1">
      <a:defRPr sz="1200" kern="1200">
        <a:solidFill>
          <a:schemeClr val="tx1"/>
        </a:solidFill>
        <a:latin typeface="Abadi" panose="020B0604020202020204" pitchFamily="34" charset="0"/>
        <a:ea typeface="+mn-ea"/>
        <a:cs typeface="+mn-cs"/>
      </a:defRPr>
    </a:lvl3pPr>
    <a:lvl4pPr marL="1371600" algn="l" defTabSz="914400" rtl="0" eaLnBrk="1" latinLnBrk="0" hangingPunct="1">
      <a:defRPr sz="1200" kern="1200">
        <a:solidFill>
          <a:schemeClr val="tx1"/>
        </a:solidFill>
        <a:latin typeface="Abadi" panose="020B0604020202020204" pitchFamily="34" charset="0"/>
        <a:ea typeface="+mn-ea"/>
        <a:cs typeface="+mn-cs"/>
      </a:defRPr>
    </a:lvl4pPr>
    <a:lvl5pPr marL="1828800" algn="l" defTabSz="914400" rtl="0" eaLnBrk="1" latinLnBrk="0" hangingPunct="1">
      <a:defRPr sz="1200" kern="1200">
        <a:solidFill>
          <a:schemeClr val="tx1"/>
        </a:solidFill>
        <a:latin typeface="Abadi"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90B777CA-1156-1C48-566C-836D81BF5BF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7832" b="7832"/>
          <a:stretch/>
        </p:blipFill>
        <p:spPr bwMode="auto">
          <a:xfrm>
            <a:off x="0" y="0"/>
            <a:ext cx="12192000" cy="6854825"/>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01B4FB9-D282-2A75-020A-A16DD5B01627}"/>
              </a:ext>
            </a:extLst>
          </p:cNvPr>
          <p:cNvSpPr/>
          <p:nvPr userDrawn="1"/>
        </p:nvSpPr>
        <p:spPr>
          <a:xfrm>
            <a:off x="0" y="536"/>
            <a:ext cx="12192000" cy="6858000"/>
          </a:xfrm>
          <a:prstGeom prst="rect">
            <a:avLst/>
          </a:prstGeom>
          <a:solidFill>
            <a:srgbClr val="002060">
              <a:alpha val="20000"/>
            </a:srgbClr>
          </a:solidFill>
          <a:ln w="12700" cmpd="sng">
            <a:noFill/>
            <a:prstDash val="sysDash"/>
            <a:round/>
            <a:headEnd/>
            <a:tailEnd/>
          </a:ln>
        </p:spPr>
        <p:txBody>
          <a:bodyPr wrap="none" rtlCol="0" anchor="ctr"/>
          <a:lstStyle/>
          <a:p>
            <a:pPr algn="ctr"/>
            <a:endParaRPr lang="es-CO" sz="2400" dirty="0">
              <a:latin typeface="Arial" panose="020B0604020202020204" pitchFamily="34" charset="0"/>
              <a:cs typeface="Arial" charset="0"/>
            </a:endParaRPr>
          </a:p>
        </p:txBody>
      </p:sp>
      <p:sp>
        <p:nvSpPr>
          <p:cNvPr id="2" name="Rectángulo 1">
            <a:extLst>
              <a:ext uri="{FF2B5EF4-FFF2-40B4-BE49-F238E27FC236}">
                <a16:creationId xmlns:a16="http://schemas.microsoft.com/office/drawing/2014/main" id="{0C32B027-5F0B-43B9-D46A-56E17287A960}"/>
              </a:ext>
            </a:extLst>
          </p:cNvPr>
          <p:cNvSpPr/>
          <p:nvPr userDrawn="1"/>
        </p:nvSpPr>
        <p:spPr>
          <a:xfrm>
            <a:off x="0" y="4572000"/>
            <a:ext cx="12192000" cy="2285999"/>
          </a:xfrm>
          <a:prstGeom prst="rect">
            <a:avLst/>
          </a:prstGeom>
          <a:solidFill>
            <a:srgbClr val="FFFFFF">
              <a:alpha val="75000"/>
            </a:srgbClr>
          </a:solidFill>
          <a:ln w="12700" cmpd="sng">
            <a:noFill/>
            <a:prstDash val="sysDash"/>
            <a:round/>
            <a:headEnd/>
            <a:tailEnd/>
          </a:ln>
        </p:spPr>
        <p:txBody>
          <a:bodyPr wrap="none" rtlCol="0" anchor="ctr"/>
          <a:lstStyle/>
          <a:p>
            <a:pPr algn="ctr"/>
            <a:endParaRPr lang="es-ES" sz="2400" dirty="0">
              <a:latin typeface="Arial" panose="020B0604020202020204" pitchFamily="34" charset="0"/>
              <a:cs typeface="Arial" charset="0"/>
            </a:endParaRPr>
          </a:p>
        </p:txBody>
      </p:sp>
      <p:sp>
        <p:nvSpPr>
          <p:cNvPr id="14" name="Rectángulo 13">
            <a:extLst>
              <a:ext uri="{FF2B5EF4-FFF2-40B4-BE49-F238E27FC236}">
                <a16:creationId xmlns:a16="http://schemas.microsoft.com/office/drawing/2014/main" id="{6955B4A9-8148-5FBC-F75D-4A89D8EC89A9}"/>
              </a:ext>
            </a:extLst>
          </p:cNvPr>
          <p:cNvSpPr/>
          <p:nvPr userDrawn="1"/>
        </p:nvSpPr>
        <p:spPr>
          <a:xfrm>
            <a:off x="12309894" y="0"/>
            <a:ext cx="957532" cy="312312"/>
          </a:xfrm>
          <a:prstGeom prst="rect">
            <a:avLst/>
          </a:prstGeom>
          <a:solidFill>
            <a:schemeClr val="tx1">
              <a:lumMod val="75000"/>
              <a:lumOff val="2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5" name="Rectángulo 14">
            <a:extLst>
              <a:ext uri="{FF2B5EF4-FFF2-40B4-BE49-F238E27FC236}">
                <a16:creationId xmlns:a16="http://schemas.microsoft.com/office/drawing/2014/main" id="{9A6E5CED-F13D-8980-7D3D-D282D61705CA}"/>
              </a:ext>
            </a:extLst>
          </p:cNvPr>
          <p:cNvSpPr/>
          <p:nvPr userDrawn="1"/>
        </p:nvSpPr>
        <p:spPr>
          <a:xfrm>
            <a:off x="12309894" y="2181896"/>
            <a:ext cx="957532" cy="312312"/>
          </a:xfrm>
          <a:prstGeom prst="rect">
            <a:avLst/>
          </a:prstGeom>
          <a:solidFill>
            <a:srgbClr val="002060"/>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6" name="Rectángulo 15">
            <a:extLst>
              <a:ext uri="{FF2B5EF4-FFF2-40B4-BE49-F238E27FC236}">
                <a16:creationId xmlns:a16="http://schemas.microsoft.com/office/drawing/2014/main" id="{8DEED0E5-387E-0386-4D53-06E2B02F5DBF}"/>
              </a:ext>
            </a:extLst>
          </p:cNvPr>
          <p:cNvSpPr/>
          <p:nvPr userDrawn="1"/>
        </p:nvSpPr>
        <p:spPr>
          <a:xfrm>
            <a:off x="12309894" y="3272844"/>
            <a:ext cx="957532" cy="312312"/>
          </a:xfrm>
          <a:prstGeom prst="rect">
            <a:avLst/>
          </a:prstGeom>
          <a:solidFill>
            <a:srgbClr val="C4CBDA"/>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7" name="Rectángulo 16">
            <a:extLst>
              <a:ext uri="{FF2B5EF4-FFF2-40B4-BE49-F238E27FC236}">
                <a16:creationId xmlns:a16="http://schemas.microsoft.com/office/drawing/2014/main" id="{D8E3215A-90AD-8055-6CF3-37E0D1CC4FFF}"/>
              </a:ext>
            </a:extLst>
          </p:cNvPr>
          <p:cNvSpPr/>
          <p:nvPr userDrawn="1"/>
        </p:nvSpPr>
        <p:spPr>
          <a:xfrm>
            <a:off x="12309894" y="3818318"/>
            <a:ext cx="957532" cy="312312"/>
          </a:xfrm>
          <a:prstGeom prst="rect">
            <a:avLst/>
          </a:prstGeom>
          <a:solidFill>
            <a:srgbClr val="DCE9F9"/>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8" name="Rectángulo 17">
            <a:extLst>
              <a:ext uri="{FF2B5EF4-FFF2-40B4-BE49-F238E27FC236}">
                <a16:creationId xmlns:a16="http://schemas.microsoft.com/office/drawing/2014/main" id="{6646D026-70B3-44E0-D58C-274225504AFC}"/>
              </a:ext>
            </a:extLst>
          </p:cNvPr>
          <p:cNvSpPr/>
          <p:nvPr userDrawn="1"/>
        </p:nvSpPr>
        <p:spPr>
          <a:xfrm>
            <a:off x="12309894" y="4363792"/>
            <a:ext cx="957532" cy="312312"/>
          </a:xfrm>
          <a:prstGeom prst="rect">
            <a:avLst/>
          </a:prstGeom>
          <a:solidFill>
            <a:srgbClr val="EFF5FB"/>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9" name="Rectángulo 18">
            <a:extLst>
              <a:ext uri="{FF2B5EF4-FFF2-40B4-BE49-F238E27FC236}">
                <a16:creationId xmlns:a16="http://schemas.microsoft.com/office/drawing/2014/main" id="{1F5F0712-BC1A-29B5-7207-569F935A8024}"/>
              </a:ext>
            </a:extLst>
          </p:cNvPr>
          <p:cNvSpPr/>
          <p:nvPr userDrawn="1"/>
        </p:nvSpPr>
        <p:spPr>
          <a:xfrm>
            <a:off x="12309894" y="545474"/>
            <a:ext cx="957532" cy="312312"/>
          </a:xfrm>
          <a:prstGeom prst="rect">
            <a:avLst/>
          </a:prstGeom>
          <a:solidFill>
            <a:schemeClr val="bg1">
              <a:lumMod val="50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0" name="Rectángulo 19">
            <a:extLst>
              <a:ext uri="{FF2B5EF4-FFF2-40B4-BE49-F238E27FC236}">
                <a16:creationId xmlns:a16="http://schemas.microsoft.com/office/drawing/2014/main" id="{3BE437F5-73AE-37A4-D195-173A0E64D861}"/>
              </a:ext>
            </a:extLst>
          </p:cNvPr>
          <p:cNvSpPr/>
          <p:nvPr userDrawn="1"/>
        </p:nvSpPr>
        <p:spPr>
          <a:xfrm>
            <a:off x="12309894" y="1090948"/>
            <a:ext cx="957532" cy="312312"/>
          </a:xfrm>
          <a:prstGeom prst="rect">
            <a:avLst/>
          </a:prstGeom>
          <a:solidFill>
            <a:schemeClr val="bg1">
              <a:lumMod val="7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1" name="Rectángulo 20">
            <a:extLst>
              <a:ext uri="{FF2B5EF4-FFF2-40B4-BE49-F238E27FC236}">
                <a16:creationId xmlns:a16="http://schemas.microsoft.com/office/drawing/2014/main" id="{D6460836-5688-C76A-D845-8708CAD69212}"/>
              </a:ext>
            </a:extLst>
          </p:cNvPr>
          <p:cNvSpPr/>
          <p:nvPr userDrawn="1"/>
        </p:nvSpPr>
        <p:spPr>
          <a:xfrm>
            <a:off x="12309894" y="1636422"/>
            <a:ext cx="957532" cy="312312"/>
          </a:xfrm>
          <a:prstGeom prst="rect">
            <a:avLst/>
          </a:prstGeom>
          <a:solidFill>
            <a:schemeClr val="bg1">
              <a:lumMod val="9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2" name="Rectángulo 21">
            <a:extLst>
              <a:ext uri="{FF2B5EF4-FFF2-40B4-BE49-F238E27FC236}">
                <a16:creationId xmlns:a16="http://schemas.microsoft.com/office/drawing/2014/main" id="{3BC15093-E0EC-C944-5346-41DDBB5B4F07}"/>
              </a:ext>
            </a:extLst>
          </p:cNvPr>
          <p:cNvSpPr/>
          <p:nvPr userDrawn="1"/>
        </p:nvSpPr>
        <p:spPr>
          <a:xfrm>
            <a:off x="12309894" y="4909266"/>
            <a:ext cx="957532" cy="312312"/>
          </a:xfrm>
          <a:prstGeom prst="rect">
            <a:avLst/>
          </a:prstGeom>
          <a:solidFill>
            <a:srgbClr val="D0DFB1"/>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3" name="Rectángulo 22">
            <a:extLst>
              <a:ext uri="{FF2B5EF4-FFF2-40B4-BE49-F238E27FC236}">
                <a16:creationId xmlns:a16="http://schemas.microsoft.com/office/drawing/2014/main" id="{B993128E-8929-9144-CDB4-40663836A047}"/>
              </a:ext>
            </a:extLst>
          </p:cNvPr>
          <p:cNvSpPr/>
          <p:nvPr userDrawn="1"/>
        </p:nvSpPr>
        <p:spPr>
          <a:xfrm>
            <a:off x="12309894" y="2727370"/>
            <a:ext cx="957532" cy="312312"/>
          </a:xfrm>
          <a:prstGeom prst="rect">
            <a:avLst/>
          </a:prstGeom>
          <a:solidFill>
            <a:srgbClr val="364F82"/>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4" name="Rectángulo 23">
            <a:extLst>
              <a:ext uri="{FF2B5EF4-FFF2-40B4-BE49-F238E27FC236}">
                <a16:creationId xmlns:a16="http://schemas.microsoft.com/office/drawing/2014/main" id="{5A00A583-9419-8E4C-40A2-6D8C3CFF7510}"/>
              </a:ext>
            </a:extLst>
          </p:cNvPr>
          <p:cNvSpPr/>
          <p:nvPr userDrawn="1"/>
        </p:nvSpPr>
        <p:spPr>
          <a:xfrm>
            <a:off x="12309894" y="5454740"/>
            <a:ext cx="957532" cy="312312"/>
          </a:xfrm>
          <a:prstGeom prst="rect">
            <a:avLst/>
          </a:prstGeom>
          <a:solidFill>
            <a:srgbClr val="FFD966"/>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5" name="Rectángulo 24">
            <a:extLst>
              <a:ext uri="{FF2B5EF4-FFF2-40B4-BE49-F238E27FC236}">
                <a16:creationId xmlns:a16="http://schemas.microsoft.com/office/drawing/2014/main" id="{642890E9-2CE7-3FCF-A1D9-A26730796ED5}"/>
              </a:ext>
            </a:extLst>
          </p:cNvPr>
          <p:cNvSpPr/>
          <p:nvPr userDrawn="1"/>
        </p:nvSpPr>
        <p:spPr>
          <a:xfrm>
            <a:off x="12309894" y="6545688"/>
            <a:ext cx="957532" cy="312312"/>
          </a:xfrm>
          <a:prstGeom prst="rect">
            <a:avLst/>
          </a:prstGeom>
          <a:solidFill>
            <a:srgbClr val="BF232E"/>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6" name="Rectángulo 25">
            <a:extLst>
              <a:ext uri="{FF2B5EF4-FFF2-40B4-BE49-F238E27FC236}">
                <a16:creationId xmlns:a16="http://schemas.microsoft.com/office/drawing/2014/main" id="{B195582B-3D88-BCA4-578A-A632DA66FA50}"/>
              </a:ext>
            </a:extLst>
          </p:cNvPr>
          <p:cNvSpPr/>
          <p:nvPr userDrawn="1"/>
        </p:nvSpPr>
        <p:spPr>
          <a:xfrm>
            <a:off x="12309894" y="6000214"/>
            <a:ext cx="957532" cy="312312"/>
          </a:xfrm>
          <a:prstGeom prst="rect">
            <a:avLst/>
          </a:prstGeom>
          <a:solidFill>
            <a:srgbClr val="F8CBAD"/>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Tree>
    <p:extLst>
      <p:ext uri="{BB962C8B-B14F-4D97-AF65-F5344CB8AC3E}">
        <p14:creationId xmlns:p14="http://schemas.microsoft.com/office/powerpoint/2010/main" val="372120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abla de contenido">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097804BE-F2D8-C808-EDBE-7D639B526FF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t="9778" b="9778"/>
          <a:stretch/>
        </p:blipFill>
        <p:spPr bwMode="auto">
          <a:xfrm>
            <a:off x="7081606" y="533314"/>
            <a:ext cx="4774394" cy="5772231"/>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885F4E2-2E6E-41C9-38C1-6DCDE2D55868}"/>
              </a:ext>
            </a:extLst>
          </p:cNvPr>
          <p:cNvSpPr/>
          <p:nvPr userDrawn="1"/>
        </p:nvSpPr>
        <p:spPr>
          <a:xfrm>
            <a:off x="7081606" y="529701"/>
            <a:ext cx="4774394" cy="5772231"/>
          </a:xfrm>
          <a:prstGeom prst="rect">
            <a:avLst/>
          </a:prstGeom>
          <a:solidFill>
            <a:srgbClr val="002060">
              <a:alpha val="20000"/>
            </a:srgbClr>
          </a:solidFill>
          <a:ln w="12700" cmpd="sng">
            <a:noFill/>
            <a:prstDash val="sysDash"/>
            <a:round/>
            <a:headEnd/>
            <a:tailEnd/>
          </a:ln>
        </p:spPr>
        <p:txBody>
          <a:bodyPr wrap="none" rtlCol="0" anchor="ctr"/>
          <a:lstStyle/>
          <a:p>
            <a:pPr algn="ctr"/>
            <a:endParaRPr lang="bin-NG" sz="2400">
              <a:latin typeface="Arial" panose="020B0604020202020204" pitchFamily="34" charset="0"/>
              <a:cs typeface="Arial" charset="0"/>
            </a:endParaRPr>
          </a:p>
        </p:txBody>
      </p:sp>
      <p:sp>
        <p:nvSpPr>
          <p:cNvPr id="3" name="Rectangle 6">
            <a:extLst>
              <a:ext uri="{FF2B5EF4-FFF2-40B4-BE49-F238E27FC236}">
                <a16:creationId xmlns:a16="http://schemas.microsoft.com/office/drawing/2014/main" id="{A784F116-954E-4062-9688-B0D64ACA7AFD}"/>
              </a:ext>
            </a:extLst>
          </p:cNvPr>
          <p:cNvSpPr>
            <a:spLocks noChangeArrowheads="1"/>
          </p:cNvSpPr>
          <p:nvPr userDrawn="1">
            <p:custDataLst>
              <p:tags r:id="rId1"/>
            </p:custDataLst>
          </p:nvPr>
        </p:nvSpPr>
        <p:spPr bwMode="gray">
          <a:xfrm>
            <a:off x="309351" y="533316"/>
            <a:ext cx="6038772" cy="437604"/>
          </a:xfrm>
          <a:prstGeom prst="rect">
            <a:avLst/>
          </a:prstGeom>
          <a:no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77" fontAlgn="base">
              <a:spcBef>
                <a:spcPct val="0"/>
              </a:spcBef>
              <a:spcAft>
                <a:spcPct val="0"/>
              </a:spcAft>
            </a:pPr>
            <a:r>
              <a:rPr lang="es-CO" sz="2400" b="1" noProof="0" dirty="0">
                <a:solidFill>
                  <a:srgbClr val="002060"/>
                </a:solidFill>
                <a:latin typeface="+mj-lt"/>
                <a:cs typeface="Arial" charset="0"/>
              </a:rPr>
              <a:t>Tabla de Contenido</a:t>
            </a:r>
          </a:p>
        </p:txBody>
      </p:sp>
      <p:cxnSp>
        <p:nvCxnSpPr>
          <p:cNvPr id="9" name="Conector recto 8">
            <a:extLst>
              <a:ext uri="{FF2B5EF4-FFF2-40B4-BE49-F238E27FC236}">
                <a16:creationId xmlns:a16="http://schemas.microsoft.com/office/drawing/2014/main" id="{F0D120DC-6C45-9E84-8D22-2077F916075A}"/>
              </a:ext>
            </a:extLst>
          </p:cNvPr>
          <p:cNvCxnSpPr>
            <a:cxnSpLocks/>
          </p:cNvCxnSpPr>
          <p:nvPr userDrawn="1"/>
        </p:nvCxnSpPr>
        <p:spPr>
          <a:xfrm flipH="1">
            <a:off x="336000" y="415794"/>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Conector recto 9">
            <a:extLst>
              <a:ext uri="{FF2B5EF4-FFF2-40B4-BE49-F238E27FC236}">
                <a16:creationId xmlns:a16="http://schemas.microsoft.com/office/drawing/2014/main" id="{F008BE03-A220-E85E-5B43-B8D33AC8ACF4}"/>
              </a:ext>
            </a:extLst>
          </p:cNvPr>
          <p:cNvCxnSpPr>
            <a:cxnSpLocks/>
          </p:cNvCxnSpPr>
          <p:nvPr userDrawn="1"/>
        </p:nvCxnSpPr>
        <p:spPr>
          <a:xfrm flipH="1">
            <a:off x="336000" y="6425532"/>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1 CuadroTexto">
            <a:extLst>
              <a:ext uri="{FF2B5EF4-FFF2-40B4-BE49-F238E27FC236}">
                <a16:creationId xmlns:a16="http://schemas.microsoft.com/office/drawing/2014/main" id="{559F0EF6-06CA-9FB0-D60E-CDE39B826350}"/>
              </a:ext>
            </a:extLst>
          </p:cNvPr>
          <p:cNvSpPr txBox="1"/>
          <p:nvPr userDrawn="1"/>
        </p:nvSpPr>
        <p:spPr>
          <a:xfrm>
            <a:off x="11467242" y="6532044"/>
            <a:ext cx="388758" cy="230832"/>
          </a:xfrm>
          <a:prstGeom prst="rect">
            <a:avLst/>
          </a:prstGeom>
          <a:noFill/>
        </p:spPr>
        <p:txBody>
          <a:bodyPr wrap="square" rtlCol="0">
            <a:spAutoFit/>
          </a:bodyPr>
          <a:lstStyle/>
          <a:p>
            <a:pPr algn="ctr"/>
            <a:fld id="{23AACCCE-CFB6-4216-9BA8-EB21A67E0DF0}" type="slidenum">
              <a:rPr lang="es-CO" sz="900" b="0" smtClean="0">
                <a:solidFill>
                  <a:srgbClr val="BFBFBF"/>
                </a:solidFill>
                <a:latin typeface="+mn-lt"/>
                <a:cs typeface="Adobe Caslon Pro Bold"/>
              </a:rPr>
              <a:pPr algn="ctr"/>
              <a:t>‹Nº›</a:t>
            </a:fld>
            <a:endParaRPr lang="en-US" sz="900" b="0" dirty="0">
              <a:solidFill>
                <a:srgbClr val="BFBFBF"/>
              </a:solidFill>
              <a:latin typeface="+mn-lt"/>
              <a:cs typeface="Adobe Caslon Pro Bold"/>
            </a:endParaRPr>
          </a:p>
        </p:txBody>
      </p:sp>
      <p:sp>
        <p:nvSpPr>
          <p:cNvPr id="14" name="10 CuadroTexto">
            <a:extLst>
              <a:ext uri="{FF2B5EF4-FFF2-40B4-BE49-F238E27FC236}">
                <a16:creationId xmlns:a16="http://schemas.microsoft.com/office/drawing/2014/main" id="{8083B5AF-DF33-41F2-623D-C06E4CB28140}"/>
              </a:ext>
            </a:extLst>
          </p:cNvPr>
          <p:cNvSpPr txBox="1"/>
          <p:nvPr userDrawn="1"/>
        </p:nvSpPr>
        <p:spPr>
          <a:xfrm>
            <a:off x="10344364" y="6514792"/>
            <a:ext cx="1329210" cy="276999"/>
          </a:xfrm>
          <a:prstGeom prst="rect">
            <a:avLst/>
          </a:prstGeom>
          <a:noFill/>
          <a:ln>
            <a:noFill/>
          </a:ln>
        </p:spPr>
        <p:txBody>
          <a:bodyPr vert="horz" wrap="square" lIns="91440" tIns="45720" rIns="91440" bIns="45720" numCol="1" anchor="ctr" anchorCtr="0" compatLnSpc="1">
            <a:prstTxWarp prst="textNoShape">
              <a:avLst/>
            </a:prstTxWarp>
          </a:bodyPr>
          <a:lstStyle>
            <a:defPPr>
              <a:defRPr lang="en-US"/>
            </a:defPPr>
            <a:lvl1pPr eaLnBrk="0" fontAlgn="base" hangingPunct="0">
              <a:spcBef>
                <a:spcPct val="0"/>
              </a:spcBef>
              <a:spcAft>
                <a:spcPct val="0"/>
              </a:spcAft>
              <a:defRPr sz="1200">
                <a:solidFill>
                  <a:schemeClr val="tx1">
                    <a:lumMod val="50000"/>
                    <a:lumOff val="50000"/>
                  </a:schemeClr>
                </a:solidFill>
                <a:latin typeface="+mj-lt"/>
                <a:ea typeface="+mj-ea"/>
                <a:cs typeface="+mj-cs"/>
              </a:defRPr>
            </a:lvl1pPr>
            <a:lvl2pPr eaLnBrk="0" fontAlgn="base" hangingPunct="0">
              <a:spcBef>
                <a:spcPct val="0"/>
              </a:spcBef>
              <a:spcAft>
                <a:spcPct val="0"/>
              </a:spcAft>
              <a:defRPr sz="2000">
                <a:solidFill>
                  <a:schemeClr val="tx2"/>
                </a:solidFill>
                <a:latin typeface="Arial" charset="0"/>
                <a:cs typeface="Arial" charset="0"/>
              </a:defRPr>
            </a:lvl2pPr>
            <a:lvl3pPr eaLnBrk="0" fontAlgn="base" hangingPunct="0">
              <a:spcBef>
                <a:spcPct val="0"/>
              </a:spcBef>
              <a:spcAft>
                <a:spcPct val="0"/>
              </a:spcAft>
              <a:defRPr sz="2000">
                <a:solidFill>
                  <a:schemeClr val="tx2"/>
                </a:solidFill>
                <a:latin typeface="Arial" charset="0"/>
                <a:cs typeface="Arial" charset="0"/>
              </a:defRPr>
            </a:lvl3pPr>
            <a:lvl4pPr eaLnBrk="0" fontAlgn="base" hangingPunct="0">
              <a:spcBef>
                <a:spcPct val="0"/>
              </a:spcBef>
              <a:spcAft>
                <a:spcPct val="0"/>
              </a:spcAft>
              <a:defRPr sz="2000">
                <a:solidFill>
                  <a:schemeClr val="tx2"/>
                </a:solidFill>
                <a:latin typeface="Arial" charset="0"/>
                <a:cs typeface="Arial" charset="0"/>
              </a:defRPr>
            </a:lvl4pPr>
            <a:lvl5pPr eaLnBrk="0" fontAlgn="base" hangingPunct="0">
              <a:spcBef>
                <a:spcPct val="0"/>
              </a:spcBef>
              <a:spcAft>
                <a:spcPct val="0"/>
              </a:spcAft>
              <a:defRPr sz="2000">
                <a:solidFill>
                  <a:schemeClr val="tx2"/>
                </a:solidFill>
                <a:latin typeface="Arial" charset="0"/>
                <a:cs typeface="Arial" charset="0"/>
              </a:defRPr>
            </a:lvl5pPr>
            <a:lvl6pPr marL="457189" fontAlgn="base">
              <a:spcBef>
                <a:spcPct val="0"/>
              </a:spcBef>
              <a:spcAft>
                <a:spcPct val="0"/>
              </a:spcAft>
              <a:defRPr sz="2000">
                <a:solidFill>
                  <a:schemeClr val="tx2"/>
                </a:solidFill>
                <a:latin typeface="Arial" charset="0"/>
                <a:cs typeface="Arial" charset="0"/>
              </a:defRPr>
            </a:lvl6pPr>
            <a:lvl7pPr marL="914377" fontAlgn="base">
              <a:spcBef>
                <a:spcPct val="0"/>
              </a:spcBef>
              <a:spcAft>
                <a:spcPct val="0"/>
              </a:spcAft>
              <a:defRPr sz="2000">
                <a:solidFill>
                  <a:schemeClr val="tx2"/>
                </a:solidFill>
                <a:latin typeface="Arial" charset="0"/>
                <a:cs typeface="Arial" charset="0"/>
              </a:defRPr>
            </a:lvl7pPr>
            <a:lvl8pPr marL="1371566" fontAlgn="base">
              <a:spcBef>
                <a:spcPct val="0"/>
              </a:spcBef>
              <a:spcAft>
                <a:spcPct val="0"/>
              </a:spcAft>
              <a:defRPr sz="2000">
                <a:solidFill>
                  <a:schemeClr val="tx2"/>
                </a:solidFill>
                <a:latin typeface="Arial" charset="0"/>
                <a:cs typeface="Arial" charset="0"/>
              </a:defRPr>
            </a:lvl8pPr>
            <a:lvl9pPr marL="1828754" fontAlgn="base">
              <a:spcBef>
                <a:spcPct val="0"/>
              </a:spcBef>
              <a:spcAft>
                <a:spcPct val="0"/>
              </a:spcAft>
              <a:defRPr sz="2000">
                <a:solidFill>
                  <a:schemeClr val="tx2"/>
                </a:solidFill>
                <a:latin typeface="Arial" charset="0"/>
                <a:cs typeface="Arial" charset="0"/>
              </a:defRPr>
            </a:lvl9pPr>
          </a:lstStyle>
          <a:p>
            <a:pPr lvl="0"/>
            <a:r>
              <a:rPr lang="es-CO" sz="1050" noProof="0" dirty="0">
                <a:solidFill>
                  <a:srgbClr val="BFBFBF"/>
                </a:solidFill>
              </a:rPr>
              <a:t>CONFIDENCIAL</a:t>
            </a:r>
          </a:p>
        </p:txBody>
      </p:sp>
      <p:cxnSp>
        <p:nvCxnSpPr>
          <p:cNvPr id="17" name="Conector recto 16">
            <a:extLst>
              <a:ext uri="{FF2B5EF4-FFF2-40B4-BE49-F238E27FC236}">
                <a16:creationId xmlns:a16="http://schemas.microsoft.com/office/drawing/2014/main" id="{2CF7EB56-BE93-76F2-D66D-994A22E58B95}"/>
              </a:ext>
            </a:extLst>
          </p:cNvPr>
          <p:cNvCxnSpPr>
            <a:cxnSpLocks/>
          </p:cNvCxnSpPr>
          <p:nvPr userDrawn="1"/>
        </p:nvCxnSpPr>
        <p:spPr>
          <a:xfrm flipV="1">
            <a:off x="11485002" y="6574849"/>
            <a:ext cx="0" cy="14400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Rectángulo 18">
            <a:extLst>
              <a:ext uri="{FF2B5EF4-FFF2-40B4-BE49-F238E27FC236}">
                <a16:creationId xmlns:a16="http://schemas.microsoft.com/office/drawing/2014/main" id="{46A8FABE-70F7-38B3-0341-D3C5FC707815}"/>
              </a:ext>
            </a:extLst>
          </p:cNvPr>
          <p:cNvSpPr/>
          <p:nvPr userDrawn="1"/>
        </p:nvSpPr>
        <p:spPr>
          <a:xfrm>
            <a:off x="12309894" y="0"/>
            <a:ext cx="957532" cy="312312"/>
          </a:xfrm>
          <a:prstGeom prst="rect">
            <a:avLst/>
          </a:prstGeom>
          <a:solidFill>
            <a:schemeClr val="tx1">
              <a:lumMod val="75000"/>
              <a:lumOff val="2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0" name="Rectángulo 19">
            <a:extLst>
              <a:ext uri="{FF2B5EF4-FFF2-40B4-BE49-F238E27FC236}">
                <a16:creationId xmlns:a16="http://schemas.microsoft.com/office/drawing/2014/main" id="{5D3FA3E6-354C-951D-46E9-5864F2DF28F0}"/>
              </a:ext>
            </a:extLst>
          </p:cNvPr>
          <p:cNvSpPr/>
          <p:nvPr userDrawn="1"/>
        </p:nvSpPr>
        <p:spPr>
          <a:xfrm>
            <a:off x="12309894" y="2181896"/>
            <a:ext cx="957532" cy="312312"/>
          </a:xfrm>
          <a:prstGeom prst="rect">
            <a:avLst/>
          </a:prstGeom>
          <a:solidFill>
            <a:srgbClr val="002060"/>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1" name="Rectángulo 20">
            <a:extLst>
              <a:ext uri="{FF2B5EF4-FFF2-40B4-BE49-F238E27FC236}">
                <a16:creationId xmlns:a16="http://schemas.microsoft.com/office/drawing/2014/main" id="{D35E7512-A29D-FA2F-8A6A-7B64F3B77DD8}"/>
              </a:ext>
            </a:extLst>
          </p:cNvPr>
          <p:cNvSpPr/>
          <p:nvPr userDrawn="1"/>
        </p:nvSpPr>
        <p:spPr>
          <a:xfrm>
            <a:off x="12309894" y="3272844"/>
            <a:ext cx="957532" cy="312312"/>
          </a:xfrm>
          <a:prstGeom prst="rect">
            <a:avLst/>
          </a:prstGeom>
          <a:solidFill>
            <a:srgbClr val="C4CBDA"/>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3" name="Rectángulo 22">
            <a:extLst>
              <a:ext uri="{FF2B5EF4-FFF2-40B4-BE49-F238E27FC236}">
                <a16:creationId xmlns:a16="http://schemas.microsoft.com/office/drawing/2014/main" id="{A49F1F31-8507-1C03-38FA-03171FBE65AD}"/>
              </a:ext>
            </a:extLst>
          </p:cNvPr>
          <p:cNvSpPr/>
          <p:nvPr userDrawn="1"/>
        </p:nvSpPr>
        <p:spPr>
          <a:xfrm>
            <a:off x="12309894" y="3818318"/>
            <a:ext cx="957532" cy="312312"/>
          </a:xfrm>
          <a:prstGeom prst="rect">
            <a:avLst/>
          </a:prstGeom>
          <a:solidFill>
            <a:srgbClr val="DCE9F9"/>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4" name="Rectángulo 23">
            <a:extLst>
              <a:ext uri="{FF2B5EF4-FFF2-40B4-BE49-F238E27FC236}">
                <a16:creationId xmlns:a16="http://schemas.microsoft.com/office/drawing/2014/main" id="{7FE65538-AF72-2376-4FA1-91BCDA4BFBC7}"/>
              </a:ext>
            </a:extLst>
          </p:cNvPr>
          <p:cNvSpPr/>
          <p:nvPr userDrawn="1"/>
        </p:nvSpPr>
        <p:spPr>
          <a:xfrm>
            <a:off x="12309894" y="4363792"/>
            <a:ext cx="957532" cy="312312"/>
          </a:xfrm>
          <a:prstGeom prst="rect">
            <a:avLst/>
          </a:prstGeom>
          <a:solidFill>
            <a:srgbClr val="EFF5FB"/>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5" name="Rectángulo 24">
            <a:extLst>
              <a:ext uri="{FF2B5EF4-FFF2-40B4-BE49-F238E27FC236}">
                <a16:creationId xmlns:a16="http://schemas.microsoft.com/office/drawing/2014/main" id="{9E7BDE32-70E0-412E-BBFB-51D4CE51794A}"/>
              </a:ext>
            </a:extLst>
          </p:cNvPr>
          <p:cNvSpPr/>
          <p:nvPr userDrawn="1"/>
        </p:nvSpPr>
        <p:spPr>
          <a:xfrm>
            <a:off x="12309894" y="545474"/>
            <a:ext cx="957532" cy="312312"/>
          </a:xfrm>
          <a:prstGeom prst="rect">
            <a:avLst/>
          </a:prstGeom>
          <a:solidFill>
            <a:schemeClr val="bg1">
              <a:lumMod val="50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6" name="Rectángulo 25">
            <a:extLst>
              <a:ext uri="{FF2B5EF4-FFF2-40B4-BE49-F238E27FC236}">
                <a16:creationId xmlns:a16="http://schemas.microsoft.com/office/drawing/2014/main" id="{03AB0705-83BA-46D0-5852-DE87DCC89F7E}"/>
              </a:ext>
            </a:extLst>
          </p:cNvPr>
          <p:cNvSpPr/>
          <p:nvPr userDrawn="1"/>
        </p:nvSpPr>
        <p:spPr>
          <a:xfrm>
            <a:off x="12309894" y="1090948"/>
            <a:ext cx="957532" cy="312312"/>
          </a:xfrm>
          <a:prstGeom prst="rect">
            <a:avLst/>
          </a:prstGeom>
          <a:solidFill>
            <a:schemeClr val="bg1">
              <a:lumMod val="7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7" name="Rectángulo 26">
            <a:extLst>
              <a:ext uri="{FF2B5EF4-FFF2-40B4-BE49-F238E27FC236}">
                <a16:creationId xmlns:a16="http://schemas.microsoft.com/office/drawing/2014/main" id="{6C42312A-1F6B-0F75-9AB4-E420BEF2AAFC}"/>
              </a:ext>
            </a:extLst>
          </p:cNvPr>
          <p:cNvSpPr/>
          <p:nvPr userDrawn="1"/>
        </p:nvSpPr>
        <p:spPr>
          <a:xfrm>
            <a:off x="12309894" y="1636422"/>
            <a:ext cx="957532" cy="312312"/>
          </a:xfrm>
          <a:prstGeom prst="rect">
            <a:avLst/>
          </a:prstGeom>
          <a:solidFill>
            <a:schemeClr val="bg1">
              <a:lumMod val="9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8" name="Rectángulo 27">
            <a:extLst>
              <a:ext uri="{FF2B5EF4-FFF2-40B4-BE49-F238E27FC236}">
                <a16:creationId xmlns:a16="http://schemas.microsoft.com/office/drawing/2014/main" id="{E771F0C9-75D9-E103-B512-0B4E53286233}"/>
              </a:ext>
            </a:extLst>
          </p:cNvPr>
          <p:cNvSpPr/>
          <p:nvPr userDrawn="1"/>
        </p:nvSpPr>
        <p:spPr>
          <a:xfrm>
            <a:off x="12309894" y="4909266"/>
            <a:ext cx="957532" cy="312312"/>
          </a:xfrm>
          <a:prstGeom prst="rect">
            <a:avLst/>
          </a:prstGeom>
          <a:solidFill>
            <a:srgbClr val="D0DFB1"/>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9" name="Rectángulo 28">
            <a:extLst>
              <a:ext uri="{FF2B5EF4-FFF2-40B4-BE49-F238E27FC236}">
                <a16:creationId xmlns:a16="http://schemas.microsoft.com/office/drawing/2014/main" id="{0754D305-D2EC-BD02-EA3E-30CFFAE3F36A}"/>
              </a:ext>
            </a:extLst>
          </p:cNvPr>
          <p:cNvSpPr/>
          <p:nvPr userDrawn="1"/>
        </p:nvSpPr>
        <p:spPr>
          <a:xfrm>
            <a:off x="12309894" y="2727370"/>
            <a:ext cx="957532" cy="312312"/>
          </a:xfrm>
          <a:prstGeom prst="rect">
            <a:avLst/>
          </a:prstGeom>
          <a:solidFill>
            <a:srgbClr val="364F82"/>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0" name="Rectángulo 29">
            <a:extLst>
              <a:ext uri="{FF2B5EF4-FFF2-40B4-BE49-F238E27FC236}">
                <a16:creationId xmlns:a16="http://schemas.microsoft.com/office/drawing/2014/main" id="{7E82F502-67EC-2CAA-AD99-A8684ECA49C4}"/>
              </a:ext>
            </a:extLst>
          </p:cNvPr>
          <p:cNvSpPr/>
          <p:nvPr userDrawn="1"/>
        </p:nvSpPr>
        <p:spPr>
          <a:xfrm>
            <a:off x="12309894" y="5454740"/>
            <a:ext cx="957532" cy="312312"/>
          </a:xfrm>
          <a:prstGeom prst="rect">
            <a:avLst/>
          </a:prstGeom>
          <a:solidFill>
            <a:srgbClr val="FFD966"/>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1" name="Rectángulo 30">
            <a:extLst>
              <a:ext uri="{FF2B5EF4-FFF2-40B4-BE49-F238E27FC236}">
                <a16:creationId xmlns:a16="http://schemas.microsoft.com/office/drawing/2014/main" id="{239CCA42-658C-2CD4-BF79-9D6144E570D0}"/>
              </a:ext>
            </a:extLst>
          </p:cNvPr>
          <p:cNvSpPr/>
          <p:nvPr userDrawn="1"/>
        </p:nvSpPr>
        <p:spPr>
          <a:xfrm>
            <a:off x="12309894" y="6545688"/>
            <a:ext cx="957532" cy="312312"/>
          </a:xfrm>
          <a:prstGeom prst="rect">
            <a:avLst/>
          </a:prstGeom>
          <a:solidFill>
            <a:srgbClr val="BF232E"/>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2" name="Rectángulo 31">
            <a:extLst>
              <a:ext uri="{FF2B5EF4-FFF2-40B4-BE49-F238E27FC236}">
                <a16:creationId xmlns:a16="http://schemas.microsoft.com/office/drawing/2014/main" id="{E7F4E788-479F-0CA2-3B30-81A1A5D3ECBD}"/>
              </a:ext>
            </a:extLst>
          </p:cNvPr>
          <p:cNvSpPr/>
          <p:nvPr userDrawn="1"/>
        </p:nvSpPr>
        <p:spPr>
          <a:xfrm>
            <a:off x="12309894" y="6000214"/>
            <a:ext cx="957532" cy="312312"/>
          </a:xfrm>
          <a:prstGeom prst="rect">
            <a:avLst/>
          </a:prstGeom>
          <a:solidFill>
            <a:srgbClr val="F8CBAD"/>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pic>
        <p:nvPicPr>
          <p:cNvPr id="5" name="Picture 4">
            <a:extLst>
              <a:ext uri="{FF2B5EF4-FFF2-40B4-BE49-F238E27FC236}">
                <a16:creationId xmlns:a16="http://schemas.microsoft.com/office/drawing/2014/main" id="{8FA934FC-878D-D022-4058-778232445A8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997293" y="88135"/>
            <a:ext cx="858707" cy="257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1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ïtulo de sección">
    <p:spTree>
      <p:nvGrpSpPr>
        <p:cNvPr id="1" name=""/>
        <p:cNvGrpSpPr/>
        <p:nvPr/>
      </p:nvGrpSpPr>
      <p:grpSpPr>
        <a:xfrm>
          <a:off x="0" y="0"/>
          <a:ext cx="0" cy="0"/>
          <a:chOff x="0" y="0"/>
          <a:chExt cx="0" cy="0"/>
        </a:xfrm>
      </p:grpSpPr>
      <p:sp>
        <p:nvSpPr>
          <p:cNvPr id="15" name="1 CuadroTexto">
            <a:extLst>
              <a:ext uri="{FF2B5EF4-FFF2-40B4-BE49-F238E27FC236}">
                <a16:creationId xmlns:a16="http://schemas.microsoft.com/office/drawing/2014/main" id="{056AA704-F57B-03C0-49FF-AD9009CB6599}"/>
              </a:ext>
            </a:extLst>
          </p:cNvPr>
          <p:cNvSpPr txBox="1"/>
          <p:nvPr userDrawn="1"/>
        </p:nvSpPr>
        <p:spPr>
          <a:xfrm>
            <a:off x="11467242" y="6532044"/>
            <a:ext cx="388758" cy="230832"/>
          </a:xfrm>
          <a:prstGeom prst="rect">
            <a:avLst/>
          </a:prstGeom>
          <a:noFill/>
        </p:spPr>
        <p:txBody>
          <a:bodyPr wrap="square" rtlCol="0">
            <a:spAutoFit/>
          </a:bodyPr>
          <a:lstStyle/>
          <a:p>
            <a:pPr algn="ctr"/>
            <a:fld id="{23AACCCE-CFB6-4216-9BA8-EB21A67E0DF0}" type="slidenum">
              <a:rPr lang="es-CO" sz="900" b="0" smtClean="0">
                <a:solidFill>
                  <a:srgbClr val="BFBFBF"/>
                </a:solidFill>
                <a:latin typeface="+mn-lt"/>
                <a:cs typeface="Adobe Caslon Pro Bold"/>
              </a:rPr>
              <a:pPr algn="ctr"/>
              <a:t>‹Nº›</a:t>
            </a:fld>
            <a:endParaRPr lang="en-US" sz="900" b="0" dirty="0">
              <a:solidFill>
                <a:srgbClr val="BFBFBF"/>
              </a:solidFill>
              <a:latin typeface="+mn-lt"/>
              <a:cs typeface="Adobe Caslon Pro Bold"/>
            </a:endParaRPr>
          </a:p>
        </p:txBody>
      </p:sp>
      <p:sp>
        <p:nvSpPr>
          <p:cNvPr id="16" name="10 CuadroTexto">
            <a:extLst>
              <a:ext uri="{FF2B5EF4-FFF2-40B4-BE49-F238E27FC236}">
                <a16:creationId xmlns:a16="http://schemas.microsoft.com/office/drawing/2014/main" id="{A3B2699E-2713-CAA3-C2C7-97F7B7205166}"/>
              </a:ext>
            </a:extLst>
          </p:cNvPr>
          <p:cNvSpPr txBox="1"/>
          <p:nvPr userDrawn="1"/>
        </p:nvSpPr>
        <p:spPr>
          <a:xfrm>
            <a:off x="10344364" y="6514792"/>
            <a:ext cx="1329210" cy="276999"/>
          </a:xfrm>
          <a:prstGeom prst="rect">
            <a:avLst/>
          </a:prstGeom>
          <a:noFill/>
          <a:ln>
            <a:noFill/>
          </a:ln>
        </p:spPr>
        <p:txBody>
          <a:bodyPr vert="horz" wrap="square" lIns="91440" tIns="45720" rIns="91440" bIns="45720" numCol="1" anchor="ctr" anchorCtr="0" compatLnSpc="1">
            <a:prstTxWarp prst="textNoShape">
              <a:avLst/>
            </a:prstTxWarp>
          </a:bodyPr>
          <a:lstStyle>
            <a:defPPr>
              <a:defRPr lang="en-US"/>
            </a:defPPr>
            <a:lvl1pPr eaLnBrk="0" fontAlgn="base" hangingPunct="0">
              <a:spcBef>
                <a:spcPct val="0"/>
              </a:spcBef>
              <a:spcAft>
                <a:spcPct val="0"/>
              </a:spcAft>
              <a:defRPr sz="1200">
                <a:solidFill>
                  <a:schemeClr val="tx1">
                    <a:lumMod val="50000"/>
                    <a:lumOff val="50000"/>
                  </a:schemeClr>
                </a:solidFill>
                <a:latin typeface="+mj-lt"/>
                <a:ea typeface="+mj-ea"/>
                <a:cs typeface="+mj-cs"/>
              </a:defRPr>
            </a:lvl1pPr>
            <a:lvl2pPr eaLnBrk="0" fontAlgn="base" hangingPunct="0">
              <a:spcBef>
                <a:spcPct val="0"/>
              </a:spcBef>
              <a:spcAft>
                <a:spcPct val="0"/>
              </a:spcAft>
              <a:defRPr sz="2000">
                <a:solidFill>
                  <a:schemeClr val="tx2"/>
                </a:solidFill>
                <a:latin typeface="Arial" charset="0"/>
                <a:cs typeface="Arial" charset="0"/>
              </a:defRPr>
            </a:lvl2pPr>
            <a:lvl3pPr eaLnBrk="0" fontAlgn="base" hangingPunct="0">
              <a:spcBef>
                <a:spcPct val="0"/>
              </a:spcBef>
              <a:spcAft>
                <a:spcPct val="0"/>
              </a:spcAft>
              <a:defRPr sz="2000">
                <a:solidFill>
                  <a:schemeClr val="tx2"/>
                </a:solidFill>
                <a:latin typeface="Arial" charset="0"/>
                <a:cs typeface="Arial" charset="0"/>
              </a:defRPr>
            </a:lvl3pPr>
            <a:lvl4pPr eaLnBrk="0" fontAlgn="base" hangingPunct="0">
              <a:spcBef>
                <a:spcPct val="0"/>
              </a:spcBef>
              <a:spcAft>
                <a:spcPct val="0"/>
              </a:spcAft>
              <a:defRPr sz="2000">
                <a:solidFill>
                  <a:schemeClr val="tx2"/>
                </a:solidFill>
                <a:latin typeface="Arial" charset="0"/>
                <a:cs typeface="Arial" charset="0"/>
              </a:defRPr>
            </a:lvl4pPr>
            <a:lvl5pPr eaLnBrk="0" fontAlgn="base" hangingPunct="0">
              <a:spcBef>
                <a:spcPct val="0"/>
              </a:spcBef>
              <a:spcAft>
                <a:spcPct val="0"/>
              </a:spcAft>
              <a:defRPr sz="2000">
                <a:solidFill>
                  <a:schemeClr val="tx2"/>
                </a:solidFill>
                <a:latin typeface="Arial" charset="0"/>
                <a:cs typeface="Arial" charset="0"/>
              </a:defRPr>
            </a:lvl5pPr>
            <a:lvl6pPr marL="457189" fontAlgn="base">
              <a:spcBef>
                <a:spcPct val="0"/>
              </a:spcBef>
              <a:spcAft>
                <a:spcPct val="0"/>
              </a:spcAft>
              <a:defRPr sz="2000">
                <a:solidFill>
                  <a:schemeClr val="tx2"/>
                </a:solidFill>
                <a:latin typeface="Arial" charset="0"/>
                <a:cs typeface="Arial" charset="0"/>
              </a:defRPr>
            </a:lvl6pPr>
            <a:lvl7pPr marL="914377" fontAlgn="base">
              <a:spcBef>
                <a:spcPct val="0"/>
              </a:spcBef>
              <a:spcAft>
                <a:spcPct val="0"/>
              </a:spcAft>
              <a:defRPr sz="2000">
                <a:solidFill>
                  <a:schemeClr val="tx2"/>
                </a:solidFill>
                <a:latin typeface="Arial" charset="0"/>
                <a:cs typeface="Arial" charset="0"/>
              </a:defRPr>
            </a:lvl7pPr>
            <a:lvl8pPr marL="1371566" fontAlgn="base">
              <a:spcBef>
                <a:spcPct val="0"/>
              </a:spcBef>
              <a:spcAft>
                <a:spcPct val="0"/>
              </a:spcAft>
              <a:defRPr sz="2000">
                <a:solidFill>
                  <a:schemeClr val="tx2"/>
                </a:solidFill>
                <a:latin typeface="Arial" charset="0"/>
                <a:cs typeface="Arial" charset="0"/>
              </a:defRPr>
            </a:lvl8pPr>
            <a:lvl9pPr marL="1828754" fontAlgn="base">
              <a:spcBef>
                <a:spcPct val="0"/>
              </a:spcBef>
              <a:spcAft>
                <a:spcPct val="0"/>
              </a:spcAft>
              <a:defRPr sz="2000">
                <a:solidFill>
                  <a:schemeClr val="tx2"/>
                </a:solidFill>
                <a:latin typeface="Arial" charset="0"/>
                <a:cs typeface="Arial" charset="0"/>
              </a:defRPr>
            </a:lvl9pPr>
          </a:lstStyle>
          <a:p>
            <a:pPr lvl="0"/>
            <a:r>
              <a:rPr lang="es-CO" sz="1050" noProof="0" dirty="0">
                <a:solidFill>
                  <a:srgbClr val="BFBFBF"/>
                </a:solidFill>
              </a:rPr>
              <a:t>CONFIDENCIAL</a:t>
            </a:r>
          </a:p>
        </p:txBody>
      </p:sp>
      <p:cxnSp>
        <p:nvCxnSpPr>
          <p:cNvPr id="18" name="Conector recto 17">
            <a:extLst>
              <a:ext uri="{FF2B5EF4-FFF2-40B4-BE49-F238E27FC236}">
                <a16:creationId xmlns:a16="http://schemas.microsoft.com/office/drawing/2014/main" id="{ED9175A5-DCD9-473C-4F67-E04B203F8789}"/>
              </a:ext>
            </a:extLst>
          </p:cNvPr>
          <p:cNvCxnSpPr>
            <a:cxnSpLocks/>
          </p:cNvCxnSpPr>
          <p:nvPr userDrawn="1"/>
        </p:nvCxnSpPr>
        <p:spPr>
          <a:xfrm flipH="1">
            <a:off x="336000" y="415794"/>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Conector recto 20">
            <a:extLst>
              <a:ext uri="{FF2B5EF4-FFF2-40B4-BE49-F238E27FC236}">
                <a16:creationId xmlns:a16="http://schemas.microsoft.com/office/drawing/2014/main" id="{4E7AAA03-5FAC-221B-DCD8-C67994A15970}"/>
              </a:ext>
            </a:extLst>
          </p:cNvPr>
          <p:cNvCxnSpPr>
            <a:cxnSpLocks/>
          </p:cNvCxnSpPr>
          <p:nvPr userDrawn="1"/>
        </p:nvCxnSpPr>
        <p:spPr>
          <a:xfrm flipH="1">
            <a:off x="336000" y="6425532"/>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Conector recto 21">
            <a:extLst>
              <a:ext uri="{FF2B5EF4-FFF2-40B4-BE49-F238E27FC236}">
                <a16:creationId xmlns:a16="http://schemas.microsoft.com/office/drawing/2014/main" id="{4474F0B4-2750-8197-F82C-1E41CCA9F49F}"/>
              </a:ext>
            </a:extLst>
          </p:cNvPr>
          <p:cNvCxnSpPr>
            <a:cxnSpLocks/>
          </p:cNvCxnSpPr>
          <p:nvPr userDrawn="1"/>
        </p:nvCxnSpPr>
        <p:spPr>
          <a:xfrm flipV="1">
            <a:off x="11485002" y="6574849"/>
            <a:ext cx="0" cy="14400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7" name="Imagen 26">
            <a:extLst>
              <a:ext uri="{FF2B5EF4-FFF2-40B4-BE49-F238E27FC236}">
                <a16:creationId xmlns:a16="http://schemas.microsoft.com/office/drawing/2014/main" id="{3D023F34-9B62-1CBD-B12C-EA45870D08E2}"/>
              </a:ext>
            </a:extLst>
          </p:cNvPr>
          <p:cNvPicPr>
            <a:picLocks noChangeAspect="1"/>
          </p:cNvPicPr>
          <p:nvPr userDrawn="1"/>
        </p:nvPicPr>
        <p:blipFill>
          <a:blip r:embed="rId2">
            <a:extLst>
              <a:ext uri="{28A0092B-C50C-407E-A947-70E740481C1C}">
                <a14:useLocalDpi xmlns:a14="http://schemas.microsoft.com/office/drawing/2010/main" val="0"/>
              </a:ext>
            </a:extLst>
          </a:blip>
          <a:srcRect t="25195" b="25195"/>
          <a:stretch/>
        </p:blipFill>
        <p:spPr>
          <a:xfrm>
            <a:off x="336000" y="533315"/>
            <a:ext cx="11520000" cy="3810000"/>
          </a:xfrm>
          <a:prstGeom prst="rect">
            <a:avLst/>
          </a:prstGeom>
        </p:spPr>
      </p:pic>
      <p:sp>
        <p:nvSpPr>
          <p:cNvPr id="28" name="Rectángulo 27">
            <a:extLst>
              <a:ext uri="{FF2B5EF4-FFF2-40B4-BE49-F238E27FC236}">
                <a16:creationId xmlns:a16="http://schemas.microsoft.com/office/drawing/2014/main" id="{C6907F36-490B-E711-5F4F-23AED2D9E831}"/>
              </a:ext>
            </a:extLst>
          </p:cNvPr>
          <p:cNvSpPr/>
          <p:nvPr userDrawn="1"/>
        </p:nvSpPr>
        <p:spPr>
          <a:xfrm>
            <a:off x="336000" y="535299"/>
            <a:ext cx="11520000" cy="3810000"/>
          </a:xfrm>
          <a:prstGeom prst="rect">
            <a:avLst/>
          </a:prstGeom>
          <a:solidFill>
            <a:srgbClr val="002060">
              <a:alpha val="20000"/>
            </a:srgbClr>
          </a:solidFill>
          <a:ln w="12700" cmpd="sng">
            <a:noFill/>
            <a:prstDash val="sysDash"/>
            <a:round/>
            <a:headEnd/>
            <a:tailEnd/>
          </a:ln>
        </p:spPr>
        <p:txBody>
          <a:bodyPr wrap="none" rtlCol="0" anchor="ctr"/>
          <a:lstStyle/>
          <a:p>
            <a:pPr algn="ctr"/>
            <a:endParaRPr lang="bin-NG" sz="2400" dirty="0">
              <a:latin typeface="Arial" panose="020B0604020202020204" pitchFamily="34" charset="0"/>
              <a:cs typeface="Arial" charset="0"/>
            </a:endParaRPr>
          </a:p>
        </p:txBody>
      </p:sp>
      <p:sp>
        <p:nvSpPr>
          <p:cNvPr id="32" name="Rectángulo 31">
            <a:extLst>
              <a:ext uri="{FF2B5EF4-FFF2-40B4-BE49-F238E27FC236}">
                <a16:creationId xmlns:a16="http://schemas.microsoft.com/office/drawing/2014/main" id="{3D95FB54-A81F-5B35-CBE0-617E5E96B66F}"/>
              </a:ext>
            </a:extLst>
          </p:cNvPr>
          <p:cNvSpPr/>
          <p:nvPr userDrawn="1"/>
        </p:nvSpPr>
        <p:spPr>
          <a:xfrm>
            <a:off x="12309894" y="0"/>
            <a:ext cx="957532" cy="312312"/>
          </a:xfrm>
          <a:prstGeom prst="rect">
            <a:avLst/>
          </a:prstGeom>
          <a:solidFill>
            <a:schemeClr val="tx1">
              <a:lumMod val="75000"/>
              <a:lumOff val="2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3" name="Rectángulo 32">
            <a:extLst>
              <a:ext uri="{FF2B5EF4-FFF2-40B4-BE49-F238E27FC236}">
                <a16:creationId xmlns:a16="http://schemas.microsoft.com/office/drawing/2014/main" id="{5F847B0E-0EFE-2E9E-98AA-3350DF2303A3}"/>
              </a:ext>
            </a:extLst>
          </p:cNvPr>
          <p:cNvSpPr/>
          <p:nvPr userDrawn="1"/>
        </p:nvSpPr>
        <p:spPr>
          <a:xfrm>
            <a:off x="12309894" y="2181896"/>
            <a:ext cx="957532" cy="312312"/>
          </a:xfrm>
          <a:prstGeom prst="rect">
            <a:avLst/>
          </a:prstGeom>
          <a:solidFill>
            <a:srgbClr val="002060"/>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4" name="Rectángulo 33">
            <a:extLst>
              <a:ext uri="{FF2B5EF4-FFF2-40B4-BE49-F238E27FC236}">
                <a16:creationId xmlns:a16="http://schemas.microsoft.com/office/drawing/2014/main" id="{665DF010-9E51-A865-1E89-62A711B8682E}"/>
              </a:ext>
            </a:extLst>
          </p:cNvPr>
          <p:cNvSpPr/>
          <p:nvPr userDrawn="1"/>
        </p:nvSpPr>
        <p:spPr>
          <a:xfrm>
            <a:off x="12309894" y="3272844"/>
            <a:ext cx="957532" cy="312312"/>
          </a:xfrm>
          <a:prstGeom prst="rect">
            <a:avLst/>
          </a:prstGeom>
          <a:solidFill>
            <a:srgbClr val="C4CBDA"/>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5" name="Rectángulo 34">
            <a:extLst>
              <a:ext uri="{FF2B5EF4-FFF2-40B4-BE49-F238E27FC236}">
                <a16:creationId xmlns:a16="http://schemas.microsoft.com/office/drawing/2014/main" id="{BE04E81E-96C5-9C38-CEA0-34D684785EDC}"/>
              </a:ext>
            </a:extLst>
          </p:cNvPr>
          <p:cNvSpPr/>
          <p:nvPr userDrawn="1"/>
        </p:nvSpPr>
        <p:spPr>
          <a:xfrm>
            <a:off x="12309894" y="3818318"/>
            <a:ext cx="957532" cy="312312"/>
          </a:xfrm>
          <a:prstGeom prst="rect">
            <a:avLst/>
          </a:prstGeom>
          <a:solidFill>
            <a:srgbClr val="DCE9F9"/>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6" name="Rectángulo 35">
            <a:extLst>
              <a:ext uri="{FF2B5EF4-FFF2-40B4-BE49-F238E27FC236}">
                <a16:creationId xmlns:a16="http://schemas.microsoft.com/office/drawing/2014/main" id="{179DFD50-2E75-61FA-1366-FA8DDE1830C2}"/>
              </a:ext>
            </a:extLst>
          </p:cNvPr>
          <p:cNvSpPr/>
          <p:nvPr userDrawn="1"/>
        </p:nvSpPr>
        <p:spPr>
          <a:xfrm>
            <a:off x="12309894" y="4363792"/>
            <a:ext cx="957532" cy="312312"/>
          </a:xfrm>
          <a:prstGeom prst="rect">
            <a:avLst/>
          </a:prstGeom>
          <a:solidFill>
            <a:srgbClr val="EFF5FB"/>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7" name="Rectángulo 36">
            <a:extLst>
              <a:ext uri="{FF2B5EF4-FFF2-40B4-BE49-F238E27FC236}">
                <a16:creationId xmlns:a16="http://schemas.microsoft.com/office/drawing/2014/main" id="{0893EB15-4D85-FAE6-BAC3-5A35E2CC15D8}"/>
              </a:ext>
            </a:extLst>
          </p:cNvPr>
          <p:cNvSpPr/>
          <p:nvPr userDrawn="1"/>
        </p:nvSpPr>
        <p:spPr>
          <a:xfrm>
            <a:off x="12309894" y="545474"/>
            <a:ext cx="957532" cy="312312"/>
          </a:xfrm>
          <a:prstGeom prst="rect">
            <a:avLst/>
          </a:prstGeom>
          <a:solidFill>
            <a:schemeClr val="bg1">
              <a:lumMod val="50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8" name="Rectángulo 37">
            <a:extLst>
              <a:ext uri="{FF2B5EF4-FFF2-40B4-BE49-F238E27FC236}">
                <a16:creationId xmlns:a16="http://schemas.microsoft.com/office/drawing/2014/main" id="{DB230E0E-6383-57AB-0940-B0D848D7167D}"/>
              </a:ext>
            </a:extLst>
          </p:cNvPr>
          <p:cNvSpPr/>
          <p:nvPr userDrawn="1"/>
        </p:nvSpPr>
        <p:spPr>
          <a:xfrm>
            <a:off x="12309894" y="1090948"/>
            <a:ext cx="957532" cy="312312"/>
          </a:xfrm>
          <a:prstGeom prst="rect">
            <a:avLst/>
          </a:prstGeom>
          <a:solidFill>
            <a:schemeClr val="bg1">
              <a:lumMod val="7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9" name="Rectángulo 38">
            <a:extLst>
              <a:ext uri="{FF2B5EF4-FFF2-40B4-BE49-F238E27FC236}">
                <a16:creationId xmlns:a16="http://schemas.microsoft.com/office/drawing/2014/main" id="{7904A97C-5961-5939-93B6-37A50AFDB7A3}"/>
              </a:ext>
            </a:extLst>
          </p:cNvPr>
          <p:cNvSpPr/>
          <p:nvPr userDrawn="1"/>
        </p:nvSpPr>
        <p:spPr>
          <a:xfrm>
            <a:off x="12309894" y="1636422"/>
            <a:ext cx="957532" cy="312312"/>
          </a:xfrm>
          <a:prstGeom prst="rect">
            <a:avLst/>
          </a:prstGeom>
          <a:solidFill>
            <a:schemeClr val="bg1">
              <a:lumMod val="9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0" name="Rectángulo 39">
            <a:extLst>
              <a:ext uri="{FF2B5EF4-FFF2-40B4-BE49-F238E27FC236}">
                <a16:creationId xmlns:a16="http://schemas.microsoft.com/office/drawing/2014/main" id="{6E40D2B5-2D6D-9D9F-180F-BA217A73A698}"/>
              </a:ext>
            </a:extLst>
          </p:cNvPr>
          <p:cNvSpPr/>
          <p:nvPr userDrawn="1"/>
        </p:nvSpPr>
        <p:spPr>
          <a:xfrm>
            <a:off x="12309894" y="4909266"/>
            <a:ext cx="957532" cy="312312"/>
          </a:xfrm>
          <a:prstGeom prst="rect">
            <a:avLst/>
          </a:prstGeom>
          <a:solidFill>
            <a:srgbClr val="D0DFB1"/>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1" name="Rectángulo 40">
            <a:extLst>
              <a:ext uri="{FF2B5EF4-FFF2-40B4-BE49-F238E27FC236}">
                <a16:creationId xmlns:a16="http://schemas.microsoft.com/office/drawing/2014/main" id="{0AB46324-60B0-21DB-53DE-86514E81975C}"/>
              </a:ext>
            </a:extLst>
          </p:cNvPr>
          <p:cNvSpPr/>
          <p:nvPr userDrawn="1"/>
        </p:nvSpPr>
        <p:spPr>
          <a:xfrm>
            <a:off x="12309894" y="2727370"/>
            <a:ext cx="957532" cy="312312"/>
          </a:xfrm>
          <a:prstGeom prst="rect">
            <a:avLst/>
          </a:prstGeom>
          <a:solidFill>
            <a:srgbClr val="364F82"/>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2" name="Rectángulo 41">
            <a:extLst>
              <a:ext uri="{FF2B5EF4-FFF2-40B4-BE49-F238E27FC236}">
                <a16:creationId xmlns:a16="http://schemas.microsoft.com/office/drawing/2014/main" id="{05B6D4A0-E12F-75A9-2E06-CBB3A86DE4BA}"/>
              </a:ext>
            </a:extLst>
          </p:cNvPr>
          <p:cNvSpPr/>
          <p:nvPr userDrawn="1"/>
        </p:nvSpPr>
        <p:spPr>
          <a:xfrm>
            <a:off x="12309894" y="5454740"/>
            <a:ext cx="957532" cy="312312"/>
          </a:xfrm>
          <a:prstGeom prst="rect">
            <a:avLst/>
          </a:prstGeom>
          <a:solidFill>
            <a:srgbClr val="FFD966"/>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3" name="Rectángulo 42">
            <a:extLst>
              <a:ext uri="{FF2B5EF4-FFF2-40B4-BE49-F238E27FC236}">
                <a16:creationId xmlns:a16="http://schemas.microsoft.com/office/drawing/2014/main" id="{879E466A-66DD-FFD6-CCC4-6A9A96232C47}"/>
              </a:ext>
            </a:extLst>
          </p:cNvPr>
          <p:cNvSpPr/>
          <p:nvPr userDrawn="1"/>
        </p:nvSpPr>
        <p:spPr>
          <a:xfrm>
            <a:off x="12309894" y="6545688"/>
            <a:ext cx="957532" cy="312312"/>
          </a:xfrm>
          <a:prstGeom prst="rect">
            <a:avLst/>
          </a:prstGeom>
          <a:solidFill>
            <a:srgbClr val="BF232E"/>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4" name="Rectángulo 43">
            <a:extLst>
              <a:ext uri="{FF2B5EF4-FFF2-40B4-BE49-F238E27FC236}">
                <a16:creationId xmlns:a16="http://schemas.microsoft.com/office/drawing/2014/main" id="{76AC6FC2-B3BD-965D-EE00-D854A17A523C}"/>
              </a:ext>
            </a:extLst>
          </p:cNvPr>
          <p:cNvSpPr/>
          <p:nvPr userDrawn="1"/>
        </p:nvSpPr>
        <p:spPr>
          <a:xfrm>
            <a:off x="12309894" y="6000214"/>
            <a:ext cx="957532" cy="312312"/>
          </a:xfrm>
          <a:prstGeom prst="rect">
            <a:avLst/>
          </a:prstGeom>
          <a:solidFill>
            <a:srgbClr val="F8CBAD"/>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pic>
        <p:nvPicPr>
          <p:cNvPr id="2" name="Picture 4">
            <a:extLst>
              <a:ext uri="{FF2B5EF4-FFF2-40B4-BE49-F238E27FC236}">
                <a16:creationId xmlns:a16="http://schemas.microsoft.com/office/drawing/2014/main" id="{C73969C1-0ADE-E6CD-FAC4-529C8FA79B8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97293" y="88135"/>
            <a:ext cx="858707" cy="257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40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de dontenido">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120DECAC-BB69-4C3A-AAFC-0AA0A7C3B4B2}"/>
              </a:ext>
            </a:extLst>
          </p:cNvPr>
          <p:cNvSpPr>
            <a:spLocks noGrp="1" noChangeArrowheads="1"/>
          </p:cNvSpPr>
          <p:nvPr>
            <p:ph idx="1"/>
          </p:nvPr>
        </p:nvSpPr>
        <p:spPr bwMode="auto">
          <a:xfrm>
            <a:off x="309350" y="1068388"/>
            <a:ext cx="11358956" cy="452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4" indent="-173034">
              <a:spcBef>
                <a:spcPts val="600"/>
              </a:spcBef>
              <a:buClr>
                <a:srgbClr val="002060"/>
              </a:buClr>
              <a:buFont typeface="Wingdings" panose="05000000000000000000" pitchFamily="2" charset="2"/>
              <a:buChar char="§"/>
              <a:defRPr>
                <a:solidFill>
                  <a:schemeClr val="tx1">
                    <a:lumMod val="75000"/>
                    <a:lumOff val="25000"/>
                  </a:schemeClr>
                </a:solidFill>
              </a:defRPr>
            </a:lvl1pPr>
            <a:lvl2pPr marL="531800" indent="-179384">
              <a:spcBef>
                <a:spcPts val="600"/>
              </a:spcBef>
              <a:buClr>
                <a:srgbClr val="002060"/>
              </a:buClr>
              <a:buFont typeface="Wingdings" panose="05000000000000000000" pitchFamily="2" charset="2"/>
              <a:buChar char="ü"/>
              <a:defRPr>
                <a:solidFill>
                  <a:schemeClr val="tx1">
                    <a:lumMod val="75000"/>
                    <a:lumOff val="25000"/>
                  </a:schemeClr>
                </a:solidFill>
              </a:defRPr>
            </a:lvl2pPr>
            <a:lvl4pPr marL="1076298" indent="-185734">
              <a:spcBef>
                <a:spcPts val="600"/>
              </a:spcBef>
              <a:buClr>
                <a:srgbClr val="002060"/>
              </a:buClr>
              <a:buFont typeface="Arial" panose="020B0604020202020204" pitchFamily="34" charset="0"/>
              <a:buChar char="•"/>
              <a:defRPr>
                <a:solidFill>
                  <a:schemeClr val="tx1">
                    <a:lumMod val="75000"/>
                    <a:lumOff val="25000"/>
                  </a:schemeClr>
                </a:solidFill>
              </a:defRPr>
            </a:lvl4pPr>
          </a:lstStyle>
          <a:p>
            <a:pPr lvl="0"/>
            <a:r>
              <a:rPr lang="es-ES" dirty="0"/>
              <a:t>Haga clic para modificar el estilo de texto del patrón</a:t>
            </a:r>
          </a:p>
          <a:p>
            <a:pPr lvl="1"/>
            <a:r>
              <a:rPr lang="es-ES" dirty="0"/>
              <a:t>Segundo nivel</a:t>
            </a:r>
          </a:p>
          <a:p>
            <a:pPr lvl="3"/>
            <a:r>
              <a:rPr lang="es-ES" dirty="0"/>
              <a:t>Cuarto nivel</a:t>
            </a:r>
          </a:p>
        </p:txBody>
      </p:sp>
      <p:sp>
        <p:nvSpPr>
          <p:cNvPr id="21" name="Marcador de texto 18">
            <a:extLst>
              <a:ext uri="{FF2B5EF4-FFF2-40B4-BE49-F238E27FC236}">
                <a16:creationId xmlns:a16="http://schemas.microsoft.com/office/drawing/2014/main" id="{E3438588-7A3B-4E54-8216-9639E37C7C84}"/>
              </a:ext>
            </a:extLst>
          </p:cNvPr>
          <p:cNvSpPr>
            <a:spLocks noGrp="1"/>
          </p:cNvSpPr>
          <p:nvPr>
            <p:ph type="body" sz="quarter" idx="10" hasCustomPrompt="1"/>
          </p:nvPr>
        </p:nvSpPr>
        <p:spPr>
          <a:xfrm>
            <a:off x="1" y="46229"/>
            <a:ext cx="3796304" cy="407988"/>
          </a:xfrm>
          <a:prstGeom prst="rect">
            <a:avLst/>
          </a:prstGeom>
          <a:solidFill>
            <a:srgbClr val="FFFFFF"/>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FontTx/>
              <a:buNone/>
              <a:defRPr lang="en-US" sz="2000" b="1" kern="1200" dirty="0">
                <a:solidFill>
                  <a:srgbClr val="002060"/>
                </a:solidFill>
                <a:latin typeface="+mj-lt"/>
                <a:cs typeface="Adobe Caslon Pro Bold"/>
              </a:defRPr>
            </a:lvl1pPr>
          </a:lstStyle>
          <a:p>
            <a:pPr marL="0" lvl="0" algn="ctr" defTabSz="914377" eaLnBrk="1" latinLnBrk="0" hangingPunct="1">
              <a:spcBef>
                <a:spcPct val="0"/>
              </a:spcBef>
            </a:pPr>
            <a:r>
              <a:rPr lang="es-CO" noProof="0" dirty="0"/>
              <a:t>Título Sección</a:t>
            </a:r>
          </a:p>
        </p:txBody>
      </p:sp>
      <p:sp>
        <p:nvSpPr>
          <p:cNvPr id="23" name="Rectangle 2">
            <a:extLst>
              <a:ext uri="{FF2B5EF4-FFF2-40B4-BE49-F238E27FC236}">
                <a16:creationId xmlns:a16="http://schemas.microsoft.com/office/drawing/2014/main" id="{7ECDCA61-8C52-4C2B-B0EF-E290BE5C510B}"/>
              </a:ext>
            </a:extLst>
          </p:cNvPr>
          <p:cNvSpPr>
            <a:spLocks noGrp="1" noChangeArrowheads="1"/>
          </p:cNvSpPr>
          <p:nvPr>
            <p:ph type="title"/>
          </p:nvPr>
        </p:nvSpPr>
        <p:spPr bwMode="auto">
          <a:xfrm>
            <a:off x="838773" y="498810"/>
            <a:ext cx="8686800" cy="407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Tree>
    <p:extLst>
      <p:ext uri="{BB962C8B-B14F-4D97-AF65-F5344CB8AC3E}">
        <p14:creationId xmlns:p14="http://schemas.microsoft.com/office/powerpoint/2010/main" val="79803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apositiva de dontenido">
    <p:spTree>
      <p:nvGrpSpPr>
        <p:cNvPr id="1" name=""/>
        <p:cNvGrpSpPr/>
        <p:nvPr/>
      </p:nvGrpSpPr>
      <p:grpSpPr>
        <a:xfrm>
          <a:off x="0" y="0"/>
          <a:ext cx="0" cy="0"/>
          <a:chOff x="0" y="0"/>
          <a:chExt cx="0" cy="0"/>
        </a:xfrm>
      </p:grpSpPr>
      <p:sp>
        <p:nvSpPr>
          <p:cNvPr id="14" name="Rectangle 3">
            <a:extLst>
              <a:ext uri="{FF2B5EF4-FFF2-40B4-BE49-F238E27FC236}">
                <a16:creationId xmlns:a16="http://schemas.microsoft.com/office/drawing/2014/main" id="{120DECAC-BB69-4C3A-AAFC-0AA0A7C3B4B2}"/>
              </a:ext>
            </a:extLst>
          </p:cNvPr>
          <p:cNvSpPr>
            <a:spLocks noGrp="1" noChangeArrowheads="1"/>
          </p:cNvSpPr>
          <p:nvPr>
            <p:ph idx="1"/>
          </p:nvPr>
        </p:nvSpPr>
        <p:spPr bwMode="auto">
          <a:xfrm>
            <a:off x="309350" y="1068388"/>
            <a:ext cx="11358956" cy="452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3034" indent="-173034">
              <a:spcBef>
                <a:spcPts val="600"/>
              </a:spcBef>
              <a:buClr>
                <a:srgbClr val="002060"/>
              </a:buClr>
              <a:buFont typeface="Wingdings" panose="05000000000000000000" pitchFamily="2" charset="2"/>
              <a:buChar char="§"/>
              <a:defRPr>
                <a:solidFill>
                  <a:schemeClr val="tx1">
                    <a:lumMod val="75000"/>
                    <a:lumOff val="25000"/>
                  </a:schemeClr>
                </a:solidFill>
              </a:defRPr>
            </a:lvl1pPr>
            <a:lvl2pPr marL="531800" indent="-179384">
              <a:spcBef>
                <a:spcPts val="600"/>
              </a:spcBef>
              <a:buClr>
                <a:srgbClr val="002060"/>
              </a:buClr>
              <a:buFont typeface="Wingdings" panose="05000000000000000000" pitchFamily="2" charset="2"/>
              <a:buChar char="ü"/>
              <a:defRPr>
                <a:solidFill>
                  <a:schemeClr val="tx1">
                    <a:lumMod val="75000"/>
                    <a:lumOff val="25000"/>
                  </a:schemeClr>
                </a:solidFill>
              </a:defRPr>
            </a:lvl2pPr>
            <a:lvl4pPr marL="1076298" indent="-185734">
              <a:spcBef>
                <a:spcPts val="600"/>
              </a:spcBef>
              <a:buClr>
                <a:srgbClr val="002060"/>
              </a:buClr>
              <a:buFont typeface="Arial" panose="020B0604020202020204" pitchFamily="34" charset="0"/>
              <a:buChar char="•"/>
              <a:defRPr>
                <a:solidFill>
                  <a:schemeClr val="tx1">
                    <a:lumMod val="75000"/>
                    <a:lumOff val="25000"/>
                  </a:schemeClr>
                </a:solidFill>
              </a:defRPr>
            </a:lvl4pPr>
          </a:lstStyle>
          <a:p>
            <a:pPr lvl="0"/>
            <a:r>
              <a:rPr lang="es-ES" dirty="0"/>
              <a:t>Haga clic para modificar el estilo de texto del patrón</a:t>
            </a:r>
          </a:p>
          <a:p>
            <a:pPr lvl="1"/>
            <a:r>
              <a:rPr lang="es-ES" dirty="0"/>
              <a:t>Segundo nivel</a:t>
            </a:r>
          </a:p>
          <a:p>
            <a:pPr lvl="3"/>
            <a:r>
              <a:rPr lang="es-ES" dirty="0"/>
              <a:t>Cuarto nivel</a:t>
            </a:r>
          </a:p>
        </p:txBody>
      </p:sp>
      <p:sp>
        <p:nvSpPr>
          <p:cNvPr id="21" name="Marcador de texto 18">
            <a:extLst>
              <a:ext uri="{FF2B5EF4-FFF2-40B4-BE49-F238E27FC236}">
                <a16:creationId xmlns:a16="http://schemas.microsoft.com/office/drawing/2014/main" id="{E3438588-7A3B-4E54-8216-9639E37C7C84}"/>
              </a:ext>
            </a:extLst>
          </p:cNvPr>
          <p:cNvSpPr>
            <a:spLocks noGrp="1"/>
          </p:cNvSpPr>
          <p:nvPr>
            <p:ph type="body" sz="quarter" idx="10" hasCustomPrompt="1"/>
          </p:nvPr>
        </p:nvSpPr>
        <p:spPr>
          <a:xfrm>
            <a:off x="1" y="46229"/>
            <a:ext cx="3796304" cy="407988"/>
          </a:xfrm>
          <a:prstGeom prst="rect">
            <a:avLst/>
          </a:prstGeom>
          <a:solidFill>
            <a:srgbClr val="FFFFFF"/>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FontTx/>
              <a:buNone/>
              <a:defRPr lang="en-US" sz="2000" b="1" kern="1200" dirty="0">
                <a:solidFill>
                  <a:srgbClr val="002060"/>
                </a:solidFill>
                <a:latin typeface="+mj-lt"/>
                <a:cs typeface="Adobe Caslon Pro Bold"/>
              </a:defRPr>
            </a:lvl1pPr>
          </a:lstStyle>
          <a:p>
            <a:pPr marL="0" lvl="0" algn="ctr" defTabSz="914377" eaLnBrk="1" latinLnBrk="0" hangingPunct="1">
              <a:spcBef>
                <a:spcPct val="0"/>
              </a:spcBef>
            </a:pPr>
            <a:r>
              <a:rPr lang="es-CO" noProof="0" dirty="0"/>
              <a:t>Título Sección</a:t>
            </a:r>
          </a:p>
        </p:txBody>
      </p:sp>
      <p:sp>
        <p:nvSpPr>
          <p:cNvPr id="23" name="Rectangle 2">
            <a:extLst>
              <a:ext uri="{FF2B5EF4-FFF2-40B4-BE49-F238E27FC236}">
                <a16:creationId xmlns:a16="http://schemas.microsoft.com/office/drawing/2014/main" id="{7ECDCA61-8C52-4C2B-B0EF-E290BE5C510B}"/>
              </a:ext>
            </a:extLst>
          </p:cNvPr>
          <p:cNvSpPr>
            <a:spLocks noGrp="1" noChangeArrowheads="1"/>
          </p:cNvSpPr>
          <p:nvPr>
            <p:ph type="title"/>
          </p:nvPr>
        </p:nvSpPr>
        <p:spPr bwMode="auto">
          <a:xfrm>
            <a:off x="838773" y="498810"/>
            <a:ext cx="8686800" cy="407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Tree>
    <p:extLst>
      <p:ext uri="{BB962C8B-B14F-4D97-AF65-F5344CB8AC3E}">
        <p14:creationId xmlns:p14="http://schemas.microsoft.com/office/powerpoint/2010/main" val="395183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a de dos contenidos">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309349" y="1068388"/>
            <a:ext cx="5520000" cy="4680000"/>
          </a:xfrm>
          <a:prstGeom prst="rect">
            <a:avLst/>
          </a:prstGeom>
        </p:spPr>
        <p:txBody>
          <a:bodyPr/>
          <a:lstStyle>
            <a:lvl1pPr marL="173034" indent="-173034">
              <a:spcBef>
                <a:spcPts val="600"/>
              </a:spcBef>
              <a:buClr>
                <a:srgbClr val="002060"/>
              </a:buClr>
              <a:buFont typeface="Wingdings" panose="05000000000000000000" pitchFamily="2" charset="2"/>
              <a:buChar char="§"/>
              <a:defRPr sz="1200">
                <a:solidFill>
                  <a:schemeClr val="tx1">
                    <a:lumMod val="75000"/>
                    <a:lumOff val="25000"/>
                  </a:schemeClr>
                </a:solidFill>
                <a:latin typeface="+mn-lt"/>
              </a:defRPr>
            </a:lvl1pPr>
            <a:lvl2pPr marL="531800" indent="-179384">
              <a:spcBef>
                <a:spcPts val="600"/>
              </a:spcBef>
              <a:buClr>
                <a:srgbClr val="002060"/>
              </a:buClr>
              <a:buFont typeface="Wingdings" panose="05000000000000000000" pitchFamily="2" charset="2"/>
              <a:buChar char="ü"/>
              <a:defRPr sz="1200">
                <a:solidFill>
                  <a:schemeClr val="tx1">
                    <a:lumMod val="75000"/>
                    <a:lumOff val="25000"/>
                  </a:schemeClr>
                </a:solidFill>
                <a:latin typeface="+mn-lt"/>
              </a:defRPr>
            </a:lvl2pPr>
            <a:lvl3pPr marL="711182" indent="203195">
              <a:spcBef>
                <a:spcPts val="600"/>
              </a:spcBef>
              <a:buClr>
                <a:srgbClr val="002060"/>
              </a:buClr>
              <a:buFont typeface="Arial" panose="020B0604020202020204" pitchFamily="34" charset="0"/>
              <a:buChar char="•"/>
              <a:defRPr sz="1200">
                <a:solidFill>
                  <a:schemeClr val="tx1">
                    <a:lumMod val="75000"/>
                    <a:lumOff val="25000"/>
                  </a:schemeClr>
                </a:solidFill>
                <a:latin typeface="+mn-lt"/>
              </a:defRPr>
            </a:lvl3pPr>
            <a:lvl4pPr marL="1176314" indent="-285750">
              <a:spcBef>
                <a:spcPts val="600"/>
              </a:spcBef>
              <a:buClr>
                <a:srgbClr val="002060"/>
              </a:buClr>
              <a:buFont typeface="+mj-lt"/>
              <a:buAutoNum type="romanLcPeriod"/>
              <a:defRPr sz="1200">
                <a:solidFill>
                  <a:schemeClr val="tx1">
                    <a:lumMod val="75000"/>
                    <a:lumOff val="25000"/>
                  </a:schemeClr>
                </a:solidFill>
                <a:latin typeface="+mn-lt"/>
              </a:defRPr>
            </a:lvl4pPr>
            <a:lvl5pPr marL="2057349" indent="-228594">
              <a:spcBef>
                <a:spcPts val="600"/>
              </a:spcBef>
              <a:buClr>
                <a:srgbClr val="002060"/>
              </a:buClr>
              <a:buFont typeface="Wingdings" panose="05000000000000000000" pitchFamily="2" charset="2"/>
              <a:buChar char="Ø"/>
              <a:defRPr sz="1200">
                <a:solidFill>
                  <a:schemeClr val="tx1">
                    <a:lumMod val="75000"/>
                    <a:lumOff val="25000"/>
                  </a:schemeClr>
                </a:solidFill>
                <a:latin typeface="+mn-lt"/>
              </a:defRPr>
            </a:lvl5pPr>
            <a:lvl6pPr>
              <a:defRPr sz="1800"/>
            </a:lvl6pPr>
            <a:lvl7pPr>
              <a:defRPr sz="1800"/>
            </a:lvl7pPr>
            <a:lvl8pPr>
              <a:defRPr sz="1800"/>
            </a:lvl8pPr>
            <a:lvl9pPr>
              <a:defRPr sz="18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4" name="3 Marcador de contenido"/>
          <p:cNvSpPr>
            <a:spLocks noGrp="1"/>
          </p:cNvSpPr>
          <p:nvPr>
            <p:ph sz="half" idx="2"/>
          </p:nvPr>
        </p:nvSpPr>
        <p:spPr>
          <a:xfrm>
            <a:off x="6096000" y="1068388"/>
            <a:ext cx="5520000" cy="4680000"/>
          </a:xfrm>
          <a:prstGeom prst="rect">
            <a:avLst/>
          </a:prstGeom>
        </p:spPr>
        <p:txBody>
          <a:bodyPr/>
          <a:lstStyle>
            <a:lvl1pPr marL="173034" indent="-173034" algn="l" rtl="0" eaLnBrk="0" fontAlgn="base" hangingPunct="0">
              <a:spcBef>
                <a:spcPts val="600"/>
              </a:spcBef>
              <a:spcAft>
                <a:spcPct val="0"/>
              </a:spcAft>
              <a:buClr>
                <a:srgbClr val="002060"/>
              </a:buClr>
              <a:buFont typeface="Wingdings" panose="05000000000000000000" pitchFamily="2" charset="2"/>
              <a:buChar char="§"/>
              <a:defRPr lang="es-ES" sz="1200" dirty="0">
                <a:solidFill>
                  <a:schemeClr val="tx1">
                    <a:lumMod val="75000"/>
                    <a:lumOff val="25000"/>
                  </a:schemeClr>
                </a:solidFill>
                <a:latin typeface="+mn-lt"/>
                <a:ea typeface="+mn-ea"/>
                <a:cs typeface="+mn-cs"/>
              </a:defRPr>
            </a:lvl1pPr>
            <a:lvl2pPr marL="531800" indent="-179384" algn="l" rtl="0" eaLnBrk="0" fontAlgn="base" hangingPunct="0">
              <a:spcBef>
                <a:spcPts val="600"/>
              </a:spcBef>
              <a:spcAft>
                <a:spcPct val="0"/>
              </a:spcAft>
              <a:buClr>
                <a:srgbClr val="002060"/>
              </a:buClr>
              <a:buFont typeface="Wingdings" panose="05000000000000000000" pitchFamily="2" charset="2"/>
              <a:buChar char="ü"/>
              <a:defRPr lang="es-ES" sz="1200" dirty="0">
                <a:solidFill>
                  <a:schemeClr val="tx1">
                    <a:lumMod val="75000"/>
                    <a:lumOff val="25000"/>
                  </a:schemeClr>
                </a:solidFill>
                <a:latin typeface="+mn-lt"/>
                <a:ea typeface="+mn-ea"/>
                <a:cs typeface="+mn-cs"/>
              </a:defRPr>
            </a:lvl2pPr>
            <a:lvl3pPr marL="711182" indent="203195" algn="l" rtl="0" eaLnBrk="0" fontAlgn="base" hangingPunct="0">
              <a:spcBef>
                <a:spcPts val="600"/>
              </a:spcBef>
              <a:spcAft>
                <a:spcPct val="0"/>
              </a:spcAft>
              <a:buClr>
                <a:srgbClr val="002060"/>
              </a:buClr>
              <a:buFont typeface="Arial" panose="020B0604020202020204" pitchFamily="34" charset="0"/>
              <a:buChar char="•"/>
              <a:defRPr lang="es-ES" sz="1200" dirty="0">
                <a:solidFill>
                  <a:schemeClr val="tx1">
                    <a:lumMod val="75000"/>
                    <a:lumOff val="25000"/>
                  </a:schemeClr>
                </a:solidFill>
                <a:latin typeface="+mn-lt"/>
                <a:ea typeface="+mn-ea"/>
                <a:cs typeface="+mn-cs"/>
              </a:defRPr>
            </a:lvl3pPr>
            <a:lvl4pPr marL="1176314" indent="-285750" algn="l" rtl="0" eaLnBrk="0" fontAlgn="base" hangingPunct="0">
              <a:spcBef>
                <a:spcPts val="600"/>
              </a:spcBef>
              <a:spcAft>
                <a:spcPct val="0"/>
              </a:spcAft>
              <a:buClr>
                <a:srgbClr val="002060"/>
              </a:buClr>
              <a:buFont typeface="+mj-lt"/>
              <a:buAutoNum type="romanLcPeriod"/>
              <a:defRPr lang="es-ES" sz="1200" dirty="0">
                <a:solidFill>
                  <a:schemeClr val="tx1">
                    <a:lumMod val="75000"/>
                    <a:lumOff val="25000"/>
                  </a:schemeClr>
                </a:solidFill>
                <a:latin typeface="+mn-lt"/>
                <a:ea typeface="+mn-ea"/>
                <a:cs typeface="+mn-cs"/>
              </a:defRPr>
            </a:lvl4pPr>
            <a:lvl5pPr marL="2057349" indent="-228594" algn="l" rtl="0" eaLnBrk="0" fontAlgn="base" hangingPunct="0">
              <a:spcBef>
                <a:spcPts val="600"/>
              </a:spcBef>
              <a:spcAft>
                <a:spcPct val="0"/>
              </a:spcAft>
              <a:buClr>
                <a:srgbClr val="002060"/>
              </a:buClr>
              <a:buFont typeface="Wingdings" panose="05000000000000000000" pitchFamily="2" charset="2"/>
              <a:buChar char="Ø"/>
              <a:defRPr lang="es-CO" sz="1200" dirty="0">
                <a:solidFill>
                  <a:schemeClr val="tx1">
                    <a:lumMod val="75000"/>
                    <a:lumOff val="25000"/>
                  </a:schemeClr>
                </a:solidFill>
                <a:latin typeface="+mn-lt"/>
                <a:ea typeface="+mn-ea"/>
                <a:cs typeface="+mn-cs"/>
              </a:defRPr>
            </a:lvl5pPr>
            <a:lvl6pPr>
              <a:defRPr sz="1800"/>
            </a:lvl6pPr>
            <a:lvl7pPr>
              <a:defRPr sz="1800"/>
            </a:lvl7pPr>
            <a:lvl8pPr>
              <a:defRPr sz="1800"/>
            </a:lvl8pPr>
            <a:lvl9pPr>
              <a:defRPr sz="18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8" name="Marcador de texto 18">
            <a:extLst>
              <a:ext uri="{FF2B5EF4-FFF2-40B4-BE49-F238E27FC236}">
                <a16:creationId xmlns:a16="http://schemas.microsoft.com/office/drawing/2014/main" id="{69E1CEA4-0D4F-48B3-B7E4-8C07DB43286D}"/>
              </a:ext>
            </a:extLst>
          </p:cNvPr>
          <p:cNvSpPr>
            <a:spLocks noGrp="1"/>
          </p:cNvSpPr>
          <p:nvPr>
            <p:ph type="body" sz="quarter" idx="10" hasCustomPrompt="1"/>
          </p:nvPr>
        </p:nvSpPr>
        <p:spPr>
          <a:xfrm>
            <a:off x="1" y="46229"/>
            <a:ext cx="3796304" cy="407988"/>
          </a:xfrm>
          <a:prstGeom prst="rect">
            <a:avLst/>
          </a:prstGeom>
          <a:solidFill>
            <a:srgbClr val="FFFFFF"/>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FontTx/>
              <a:buNone/>
              <a:defRPr lang="en-US" sz="2000" b="1" kern="1200" dirty="0">
                <a:solidFill>
                  <a:srgbClr val="002060"/>
                </a:solidFill>
                <a:latin typeface="+mj-lt"/>
                <a:cs typeface="Adobe Caslon Pro Bold"/>
              </a:defRPr>
            </a:lvl1pPr>
          </a:lstStyle>
          <a:p>
            <a:pPr marL="0" lvl="0" algn="ctr" defTabSz="914377" eaLnBrk="1" latinLnBrk="0" hangingPunct="1">
              <a:spcBef>
                <a:spcPct val="0"/>
              </a:spcBef>
            </a:pPr>
            <a:r>
              <a:rPr lang="es-CO" noProof="0" dirty="0"/>
              <a:t>Título Sección</a:t>
            </a:r>
          </a:p>
        </p:txBody>
      </p:sp>
      <p:sp>
        <p:nvSpPr>
          <p:cNvPr id="9" name="Rectangle 2">
            <a:extLst>
              <a:ext uri="{FF2B5EF4-FFF2-40B4-BE49-F238E27FC236}">
                <a16:creationId xmlns:a16="http://schemas.microsoft.com/office/drawing/2014/main" id="{9224553F-3EB4-4F9A-90C6-166C638467C5}"/>
              </a:ext>
            </a:extLst>
          </p:cNvPr>
          <p:cNvSpPr>
            <a:spLocks noGrp="1" noChangeArrowheads="1"/>
          </p:cNvSpPr>
          <p:nvPr>
            <p:ph type="title"/>
          </p:nvPr>
        </p:nvSpPr>
        <p:spPr bwMode="auto">
          <a:xfrm>
            <a:off x="838773" y="498810"/>
            <a:ext cx="8686800" cy="407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Tree>
    <p:extLst>
      <p:ext uri="{BB962C8B-B14F-4D97-AF65-F5344CB8AC3E}">
        <p14:creationId xmlns:p14="http://schemas.microsoft.com/office/powerpoint/2010/main" val="997440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sitiva sin contenido">
    <p:spTree>
      <p:nvGrpSpPr>
        <p:cNvPr id="1" name=""/>
        <p:cNvGrpSpPr/>
        <p:nvPr/>
      </p:nvGrpSpPr>
      <p:grpSpPr>
        <a:xfrm>
          <a:off x="0" y="0"/>
          <a:ext cx="0" cy="0"/>
          <a:chOff x="0" y="0"/>
          <a:chExt cx="0" cy="0"/>
        </a:xfrm>
      </p:grpSpPr>
      <p:sp>
        <p:nvSpPr>
          <p:cNvPr id="7" name="Marcador de texto 18">
            <a:extLst>
              <a:ext uri="{FF2B5EF4-FFF2-40B4-BE49-F238E27FC236}">
                <a16:creationId xmlns:a16="http://schemas.microsoft.com/office/drawing/2014/main" id="{34894C52-A5D6-4360-97F8-C02859298CCB}"/>
              </a:ext>
            </a:extLst>
          </p:cNvPr>
          <p:cNvSpPr>
            <a:spLocks noGrp="1"/>
          </p:cNvSpPr>
          <p:nvPr>
            <p:ph type="body" sz="quarter" idx="10" hasCustomPrompt="1"/>
          </p:nvPr>
        </p:nvSpPr>
        <p:spPr>
          <a:xfrm>
            <a:off x="1" y="46229"/>
            <a:ext cx="3796304" cy="407988"/>
          </a:xfrm>
          <a:prstGeom prst="rect">
            <a:avLst/>
          </a:prstGeom>
          <a:solidFill>
            <a:srgbClr val="FFFFFF"/>
          </a:solidFill>
          <a:ln w="9525">
            <a:no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FontTx/>
              <a:buNone/>
              <a:defRPr lang="en-US" sz="2000" b="1" kern="1200" dirty="0">
                <a:solidFill>
                  <a:srgbClr val="002060"/>
                </a:solidFill>
                <a:latin typeface="+mj-lt"/>
                <a:cs typeface="Adobe Caslon Pro Bold"/>
              </a:defRPr>
            </a:lvl1pPr>
          </a:lstStyle>
          <a:p>
            <a:pPr marL="0" lvl="0" algn="ctr" defTabSz="914377" eaLnBrk="1" latinLnBrk="0" hangingPunct="1">
              <a:spcBef>
                <a:spcPct val="0"/>
              </a:spcBef>
            </a:pPr>
            <a:r>
              <a:rPr lang="es-CO" noProof="0" dirty="0"/>
              <a:t>Título Sección</a:t>
            </a:r>
          </a:p>
        </p:txBody>
      </p:sp>
      <p:sp>
        <p:nvSpPr>
          <p:cNvPr id="10" name="Rectangle 2">
            <a:extLst>
              <a:ext uri="{FF2B5EF4-FFF2-40B4-BE49-F238E27FC236}">
                <a16:creationId xmlns:a16="http://schemas.microsoft.com/office/drawing/2014/main" id="{ECCDD221-0BC4-4E83-9EB7-2D51BEB9116C}"/>
              </a:ext>
            </a:extLst>
          </p:cNvPr>
          <p:cNvSpPr>
            <a:spLocks noGrp="1" noChangeArrowheads="1"/>
          </p:cNvSpPr>
          <p:nvPr>
            <p:ph type="title"/>
          </p:nvPr>
        </p:nvSpPr>
        <p:spPr bwMode="auto">
          <a:xfrm>
            <a:off x="838773" y="498810"/>
            <a:ext cx="8686800" cy="407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Tree>
    <p:extLst>
      <p:ext uri="{BB962C8B-B14F-4D97-AF65-F5344CB8AC3E}">
        <p14:creationId xmlns:p14="http://schemas.microsoft.com/office/powerpoint/2010/main" val="2578806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7E93661-13CF-940D-CBF6-F6A95E1DC1B4}"/>
              </a:ext>
            </a:extLst>
          </p:cNvPr>
          <p:cNvSpPr>
            <a:spLocks noGrp="1" noChangeArrowheads="1"/>
          </p:cNvSpPr>
          <p:nvPr>
            <p:ph type="title"/>
          </p:nvPr>
        </p:nvSpPr>
        <p:spPr bwMode="auto">
          <a:xfrm>
            <a:off x="309351" y="533316"/>
            <a:ext cx="8686800" cy="407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
        <p:nvSpPr>
          <p:cNvPr id="3" name="Rectangle 3">
            <a:extLst>
              <a:ext uri="{FF2B5EF4-FFF2-40B4-BE49-F238E27FC236}">
                <a16:creationId xmlns:a16="http://schemas.microsoft.com/office/drawing/2014/main" id="{E96B7854-F128-DD94-5936-F54A21599074}"/>
              </a:ext>
            </a:extLst>
          </p:cNvPr>
          <p:cNvSpPr>
            <a:spLocks noGrp="1" noChangeArrowheads="1"/>
          </p:cNvSpPr>
          <p:nvPr>
            <p:ph type="body" idx="1"/>
          </p:nvPr>
        </p:nvSpPr>
        <p:spPr bwMode="auto">
          <a:xfrm>
            <a:off x="336000" y="1059763"/>
            <a:ext cx="11520000" cy="52679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3"/>
            <a:r>
              <a:rPr lang="es-ES"/>
              <a:t>Cuarto nivel</a:t>
            </a:r>
          </a:p>
        </p:txBody>
      </p:sp>
      <p:sp>
        <p:nvSpPr>
          <p:cNvPr id="6" name="1 CuadroTexto">
            <a:extLst>
              <a:ext uri="{FF2B5EF4-FFF2-40B4-BE49-F238E27FC236}">
                <a16:creationId xmlns:a16="http://schemas.microsoft.com/office/drawing/2014/main" id="{A7AE6EDA-D503-DA93-E317-E81B3A969380}"/>
              </a:ext>
            </a:extLst>
          </p:cNvPr>
          <p:cNvSpPr txBox="1"/>
          <p:nvPr userDrawn="1"/>
        </p:nvSpPr>
        <p:spPr>
          <a:xfrm>
            <a:off x="11467242" y="6532044"/>
            <a:ext cx="388758" cy="230832"/>
          </a:xfrm>
          <a:prstGeom prst="rect">
            <a:avLst/>
          </a:prstGeom>
          <a:noFill/>
        </p:spPr>
        <p:txBody>
          <a:bodyPr wrap="square" rtlCol="0">
            <a:spAutoFit/>
          </a:bodyPr>
          <a:lstStyle/>
          <a:p>
            <a:pPr algn="ctr"/>
            <a:fld id="{23AACCCE-CFB6-4216-9BA8-EB21A67E0DF0}" type="slidenum">
              <a:rPr lang="es-CO" sz="900" b="0" smtClean="0">
                <a:solidFill>
                  <a:srgbClr val="BFBFBF"/>
                </a:solidFill>
                <a:latin typeface="+mn-lt"/>
                <a:cs typeface="Adobe Caslon Pro Bold"/>
              </a:rPr>
              <a:pPr algn="ctr"/>
              <a:t>‹Nº›</a:t>
            </a:fld>
            <a:endParaRPr lang="en-US" sz="900" b="0" dirty="0">
              <a:solidFill>
                <a:srgbClr val="BFBFBF"/>
              </a:solidFill>
              <a:latin typeface="+mn-lt"/>
              <a:cs typeface="Adobe Caslon Pro Bold"/>
            </a:endParaRPr>
          </a:p>
        </p:txBody>
      </p:sp>
      <p:sp>
        <p:nvSpPr>
          <p:cNvPr id="8" name="10 CuadroTexto">
            <a:extLst>
              <a:ext uri="{FF2B5EF4-FFF2-40B4-BE49-F238E27FC236}">
                <a16:creationId xmlns:a16="http://schemas.microsoft.com/office/drawing/2014/main" id="{C2F53EE8-D574-DB71-6B38-18F99DC4B7C3}"/>
              </a:ext>
            </a:extLst>
          </p:cNvPr>
          <p:cNvSpPr txBox="1"/>
          <p:nvPr userDrawn="1"/>
        </p:nvSpPr>
        <p:spPr>
          <a:xfrm>
            <a:off x="10344364" y="6514792"/>
            <a:ext cx="1329210" cy="276999"/>
          </a:xfrm>
          <a:prstGeom prst="rect">
            <a:avLst/>
          </a:prstGeom>
          <a:noFill/>
          <a:ln>
            <a:noFill/>
          </a:ln>
        </p:spPr>
        <p:txBody>
          <a:bodyPr vert="horz" wrap="square" lIns="91440" tIns="45720" rIns="91440" bIns="45720" numCol="1" anchor="ctr" anchorCtr="0" compatLnSpc="1">
            <a:prstTxWarp prst="textNoShape">
              <a:avLst/>
            </a:prstTxWarp>
          </a:bodyPr>
          <a:lstStyle>
            <a:defPPr>
              <a:defRPr lang="en-US"/>
            </a:defPPr>
            <a:lvl1pPr eaLnBrk="0" fontAlgn="base" hangingPunct="0">
              <a:spcBef>
                <a:spcPct val="0"/>
              </a:spcBef>
              <a:spcAft>
                <a:spcPct val="0"/>
              </a:spcAft>
              <a:defRPr sz="1200">
                <a:solidFill>
                  <a:schemeClr val="tx1">
                    <a:lumMod val="50000"/>
                    <a:lumOff val="50000"/>
                  </a:schemeClr>
                </a:solidFill>
                <a:latin typeface="+mj-lt"/>
                <a:ea typeface="+mj-ea"/>
                <a:cs typeface="+mj-cs"/>
              </a:defRPr>
            </a:lvl1pPr>
            <a:lvl2pPr eaLnBrk="0" fontAlgn="base" hangingPunct="0">
              <a:spcBef>
                <a:spcPct val="0"/>
              </a:spcBef>
              <a:spcAft>
                <a:spcPct val="0"/>
              </a:spcAft>
              <a:defRPr sz="2000">
                <a:solidFill>
                  <a:schemeClr val="tx2"/>
                </a:solidFill>
                <a:latin typeface="Arial" charset="0"/>
                <a:cs typeface="Arial" charset="0"/>
              </a:defRPr>
            </a:lvl2pPr>
            <a:lvl3pPr eaLnBrk="0" fontAlgn="base" hangingPunct="0">
              <a:spcBef>
                <a:spcPct val="0"/>
              </a:spcBef>
              <a:spcAft>
                <a:spcPct val="0"/>
              </a:spcAft>
              <a:defRPr sz="2000">
                <a:solidFill>
                  <a:schemeClr val="tx2"/>
                </a:solidFill>
                <a:latin typeface="Arial" charset="0"/>
                <a:cs typeface="Arial" charset="0"/>
              </a:defRPr>
            </a:lvl3pPr>
            <a:lvl4pPr eaLnBrk="0" fontAlgn="base" hangingPunct="0">
              <a:spcBef>
                <a:spcPct val="0"/>
              </a:spcBef>
              <a:spcAft>
                <a:spcPct val="0"/>
              </a:spcAft>
              <a:defRPr sz="2000">
                <a:solidFill>
                  <a:schemeClr val="tx2"/>
                </a:solidFill>
                <a:latin typeface="Arial" charset="0"/>
                <a:cs typeface="Arial" charset="0"/>
              </a:defRPr>
            </a:lvl4pPr>
            <a:lvl5pPr eaLnBrk="0" fontAlgn="base" hangingPunct="0">
              <a:spcBef>
                <a:spcPct val="0"/>
              </a:spcBef>
              <a:spcAft>
                <a:spcPct val="0"/>
              </a:spcAft>
              <a:defRPr sz="2000">
                <a:solidFill>
                  <a:schemeClr val="tx2"/>
                </a:solidFill>
                <a:latin typeface="Arial" charset="0"/>
                <a:cs typeface="Arial" charset="0"/>
              </a:defRPr>
            </a:lvl5pPr>
            <a:lvl6pPr marL="457189" fontAlgn="base">
              <a:spcBef>
                <a:spcPct val="0"/>
              </a:spcBef>
              <a:spcAft>
                <a:spcPct val="0"/>
              </a:spcAft>
              <a:defRPr sz="2000">
                <a:solidFill>
                  <a:schemeClr val="tx2"/>
                </a:solidFill>
                <a:latin typeface="Arial" charset="0"/>
                <a:cs typeface="Arial" charset="0"/>
              </a:defRPr>
            </a:lvl6pPr>
            <a:lvl7pPr marL="914377" fontAlgn="base">
              <a:spcBef>
                <a:spcPct val="0"/>
              </a:spcBef>
              <a:spcAft>
                <a:spcPct val="0"/>
              </a:spcAft>
              <a:defRPr sz="2000">
                <a:solidFill>
                  <a:schemeClr val="tx2"/>
                </a:solidFill>
                <a:latin typeface="Arial" charset="0"/>
                <a:cs typeface="Arial" charset="0"/>
              </a:defRPr>
            </a:lvl7pPr>
            <a:lvl8pPr marL="1371566" fontAlgn="base">
              <a:spcBef>
                <a:spcPct val="0"/>
              </a:spcBef>
              <a:spcAft>
                <a:spcPct val="0"/>
              </a:spcAft>
              <a:defRPr sz="2000">
                <a:solidFill>
                  <a:schemeClr val="tx2"/>
                </a:solidFill>
                <a:latin typeface="Arial" charset="0"/>
                <a:cs typeface="Arial" charset="0"/>
              </a:defRPr>
            </a:lvl8pPr>
            <a:lvl9pPr marL="1828754" fontAlgn="base">
              <a:spcBef>
                <a:spcPct val="0"/>
              </a:spcBef>
              <a:spcAft>
                <a:spcPct val="0"/>
              </a:spcAft>
              <a:defRPr sz="2000">
                <a:solidFill>
                  <a:schemeClr val="tx2"/>
                </a:solidFill>
                <a:latin typeface="Arial" charset="0"/>
                <a:cs typeface="Arial" charset="0"/>
              </a:defRPr>
            </a:lvl9pPr>
          </a:lstStyle>
          <a:p>
            <a:pPr lvl="0"/>
            <a:r>
              <a:rPr lang="es-CO" sz="1050" noProof="0" dirty="0">
                <a:solidFill>
                  <a:srgbClr val="BFBFBF"/>
                </a:solidFill>
              </a:rPr>
              <a:t>CONFIDENCIAL</a:t>
            </a:r>
          </a:p>
        </p:txBody>
      </p:sp>
      <p:sp>
        <p:nvSpPr>
          <p:cNvPr id="10" name="Rectángulo 9">
            <a:extLst>
              <a:ext uri="{FF2B5EF4-FFF2-40B4-BE49-F238E27FC236}">
                <a16:creationId xmlns:a16="http://schemas.microsoft.com/office/drawing/2014/main" id="{55FC328F-D480-88D7-E834-3C1025E59964}"/>
              </a:ext>
            </a:extLst>
          </p:cNvPr>
          <p:cNvSpPr/>
          <p:nvPr userDrawn="1"/>
        </p:nvSpPr>
        <p:spPr>
          <a:xfrm>
            <a:off x="12309894" y="0"/>
            <a:ext cx="957532" cy="312312"/>
          </a:xfrm>
          <a:prstGeom prst="rect">
            <a:avLst/>
          </a:prstGeom>
          <a:solidFill>
            <a:schemeClr val="tx1">
              <a:lumMod val="75000"/>
              <a:lumOff val="2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1" name="Rectángulo 10">
            <a:extLst>
              <a:ext uri="{FF2B5EF4-FFF2-40B4-BE49-F238E27FC236}">
                <a16:creationId xmlns:a16="http://schemas.microsoft.com/office/drawing/2014/main" id="{C4BAEC49-C465-CEA4-46F5-AF27F246ACE2}"/>
              </a:ext>
            </a:extLst>
          </p:cNvPr>
          <p:cNvSpPr/>
          <p:nvPr userDrawn="1"/>
        </p:nvSpPr>
        <p:spPr>
          <a:xfrm>
            <a:off x="12309894" y="2181896"/>
            <a:ext cx="957532" cy="312312"/>
          </a:xfrm>
          <a:prstGeom prst="rect">
            <a:avLst/>
          </a:prstGeom>
          <a:solidFill>
            <a:srgbClr val="002060"/>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3" name="Rectángulo 12">
            <a:extLst>
              <a:ext uri="{FF2B5EF4-FFF2-40B4-BE49-F238E27FC236}">
                <a16:creationId xmlns:a16="http://schemas.microsoft.com/office/drawing/2014/main" id="{63FC563E-DF59-4D41-CB9E-BCB50B51AC55}"/>
              </a:ext>
            </a:extLst>
          </p:cNvPr>
          <p:cNvSpPr/>
          <p:nvPr userDrawn="1"/>
        </p:nvSpPr>
        <p:spPr>
          <a:xfrm>
            <a:off x="12309894" y="3272844"/>
            <a:ext cx="957532" cy="312312"/>
          </a:xfrm>
          <a:prstGeom prst="rect">
            <a:avLst/>
          </a:prstGeom>
          <a:solidFill>
            <a:srgbClr val="C4CBDA"/>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4" name="Rectángulo 13">
            <a:extLst>
              <a:ext uri="{FF2B5EF4-FFF2-40B4-BE49-F238E27FC236}">
                <a16:creationId xmlns:a16="http://schemas.microsoft.com/office/drawing/2014/main" id="{8BC5FBE8-063C-1D8F-D805-D9983B3592D4}"/>
              </a:ext>
            </a:extLst>
          </p:cNvPr>
          <p:cNvSpPr/>
          <p:nvPr userDrawn="1"/>
        </p:nvSpPr>
        <p:spPr>
          <a:xfrm>
            <a:off x="12309894" y="3818318"/>
            <a:ext cx="957532" cy="312312"/>
          </a:xfrm>
          <a:prstGeom prst="rect">
            <a:avLst/>
          </a:prstGeom>
          <a:solidFill>
            <a:srgbClr val="DCE9F9"/>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15" name="Rectángulo 14">
            <a:extLst>
              <a:ext uri="{FF2B5EF4-FFF2-40B4-BE49-F238E27FC236}">
                <a16:creationId xmlns:a16="http://schemas.microsoft.com/office/drawing/2014/main" id="{49EC3876-9D79-58BD-25ED-981E24CB1308}"/>
              </a:ext>
            </a:extLst>
          </p:cNvPr>
          <p:cNvSpPr/>
          <p:nvPr userDrawn="1"/>
        </p:nvSpPr>
        <p:spPr>
          <a:xfrm>
            <a:off x="12309894" y="4363792"/>
            <a:ext cx="957532" cy="312312"/>
          </a:xfrm>
          <a:prstGeom prst="rect">
            <a:avLst/>
          </a:prstGeom>
          <a:solidFill>
            <a:srgbClr val="EFF5FB"/>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7" name="Rectángulo 26">
            <a:extLst>
              <a:ext uri="{FF2B5EF4-FFF2-40B4-BE49-F238E27FC236}">
                <a16:creationId xmlns:a16="http://schemas.microsoft.com/office/drawing/2014/main" id="{CC6FC5F6-5113-2837-1DA3-E5AC1FF1E069}"/>
              </a:ext>
            </a:extLst>
          </p:cNvPr>
          <p:cNvSpPr/>
          <p:nvPr userDrawn="1"/>
        </p:nvSpPr>
        <p:spPr>
          <a:xfrm>
            <a:off x="12309894" y="545474"/>
            <a:ext cx="957532" cy="312312"/>
          </a:xfrm>
          <a:prstGeom prst="rect">
            <a:avLst/>
          </a:prstGeom>
          <a:solidFill>
            <a:schemeClr val="bg1">
              <a:lumMod val="50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28" name="Rectángulo 27">
            <a:extLst>
              <a:ext uri="{FF2B5EF4-FFF2-40B4-BE49-F238E27FC236}">
                <a16:creationId xmlns:a16="http://schemas.microsoft.com/office/drawing/2014/main" id="{4D947943-F0ED-3046-0F0C-32F525516599}"/>
              </a:ext>
            </a:extLst>
          </p:cNvPr>
          <p:cNvSpPr/>
          <p:nvPr userDrawn="1"/>
        </p:nvSpPr>
        <p:spPr>
          <a:xfrm>
            <a:off x="12309894" y="1090948"/>
            <a:ext cx="957532" cy="312312"/>
          </a:xfrm>
          <a:prstGeom prst="rect">
            <a:avLst/>
          </a:prstGeom>
          <a:solidFill>
            <a:schemeClr val="bg1">
              <a:lumMod val="7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2" name="Rectángulo 31">
            <a:extLst>
              <a:ext uri="{FF2B5EF4-FFF2-40B4-BE49-F238E27FC236}">
                <a16:creationId xmlns:a16="http://schemas.microsoft.com/office/drawing/2014/main" id="{41370D4A-3F8D-9DEC-412F-62C291DA42C6}"/>
              </a:ext>
            </a:extLst>
          </p:cNvPr>
          <p:cNvSpPr/>
          <p:nvPr userDrawn="1"/>
        </p:nvSpPr>
        <p:spPr>
          <a:xfrm>
            <a:off x="12309894" y="1636422"/>
            <a:ext cx="957532" cy="312312"/>
          </a:xfrm>
          <a:prstGeom prst="rect">
            <a:avLst/>
          </a:prstGeom>
          <a:solidFill>
            <a:schemeClr val="bg1">
              <a:lumMod val="95000"/>
            </a:schemeClr>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36" name="Rectángulo 35">
            <a:extLst>
              <a:ext uri="{FF2B5EF4-FFF2-40B4-BE49-F238E27FC236}">
                <a16:creationId xmlns:a16="http://schemas.microsoft.com/office/drawing/2014/main" id="{923DF7D9-F53A-0015-869B-CE784721CD6C}"/>
              </a:ext>
            </a:extLst>
          </p:cNvPr>
          <p:cNvSpPr/>
          <p:nvPr userDrawn="1"/>
        </p:nvSpPr>
        <p:spPr>
          <a:xfrm>
            <a:off x="12309894" y="4909266"/>
            <a:ext cx="957532" cy="312312"/>
          </a:xfrm>
          <a:prstGeom prst="rect">
            <a:avLst/>
          </a:prstGeom>
          <a:solidFill>
            <a:srgbClr val="D0DFB1"/>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2" name="Rectángulo 41">
            <a:extLst>
              <a:ext uri="{FF2B5EF4-FFF2-40B4-BE49-F238E27FC236}">
                <a16:creationId xmlns:a16="http://schemas.microsoft.com/office/drawing/2014/main" id="{99B13D43-939E-21F8-E7E6-B56B429B0BBE}"/>
              </a:ext>
            </a:extLst>
          </p:cNvPr>
          <p:cNvSpPr/>
          <p:nvPr userDrawn="1"/>
        </p:nvSpPr>
        <p:spPr>
          <a:xfrm>
            <a:off x="12309894" y="2727370"/>
            <a:ext cx="957532" cy="312312"/>
          </a:xfrm>
          <a:prstGeom prst="rect">
            <a:avLst/>
          </a:prstGeom>
          <a:solidFill>
            <a:srgbClr val="364F82"/>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4" name="Rectángulo 43">
            <a:extLst>
              <a:ext uri="{FF2B5EF4-FFF2-40B4-BE49-F238E27FC236}">
                <a16:creationId xmlns:a16="http://schemas.microsoft.com/office/drawing/2014/main" id="{E0F8DD35-7FE9-57C7-AD68-7F55FEDDC724}"/>
              </a:ext>
            </a:extLst>
          </p:cNvPr>
          <p:cNvSpPr/>
          <p:nvPr userDrawn="1"/>
        </p:nvSpPr>
        <p:spPr>
          <a:xfrm>
            <a:off x="12309894" y="5454740"/>
            <a:ext cx="957532" cy="312312"/>
          </a:xfrm>
          <a:prstGeom prst="rect">
            <a:avLst/>
          </a:prstGeom>
          <a:solidFill>
            <a:srgbClr val="FFD966"/>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sp>
        <p:nvSpPr>
          <p:cNvPr id="45" name="Rectángulo 44">
            <a:extLst>
              <a:ext uri="{FF2B5EF4-FFF2-40B4-BE49-F238E27FC236}">
                <a16:creationId xmlns:a16="http://schemas.microsoft.com/office/drawing/2014/main" id="{200170A5-E87E-2837-72D1-F24D8381DE2D}"/>
              </a:ext>
            </a:extLst>
          </p:cNvPr>
          <p:cNvSpPr/>
          <p:nvPr userDrawn="1"/>
        </p:nvSpPr>
        <p:spPr>
          <a:xfrm>
            <a:off x="12309894" y="6545688"/>
            <a:ext cx="957532" cy="312312"/>
          </a:xfrm>
          <a:prstGeom prst="rect">
            <a:avLst/>
          </a:prstGeom>
          <a:solidFill>
            <a:srgbClr val="BF232E"/>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cxnSp>
        <p:nvCxnSpPr>
          <p:cNvPr id="16" name="Conector recto 15">
            <a:extLst>
              <a:ext uri="{FF2B5EF4-FFF2-40B4-BE49-F238E27FC236}">
                <a16:creationId xmlns:a16="http://schemas.microsoft.com/office/drawing/2014/main" id="{82225369-BAB5-75D8-808D-AB42CD97181E}"/>
              </a:ext>
            </a:extLst>
          </p:cNvPr>
          <p:cNvCxnSpPr>
            <a:cxnSpLocks/>
          </p:cNvCxnSpPr>
          <p:nvPr userDrawn="1"/>
        </p:nvCxnSpPr>
        <p:spPr>
          <a:xfrm flipH="1">
            <a:off x="336000" y="415794"/>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ector recto 17">
            <a:extLst>
              <a:ext uri="{FF2B5EF4-FFF2-40B4-BE49-F238E27FC236}">
                <a16:creationId xmlns:a16="http://schemas.microsoft.com/office/drawing/2014/main" id="{2FC0172C-5982-592F-FDCB-7035C020E8FE}"/>
              </a:ext>
            </a:extLst>
          </p:cNvPr>
          <p:cNvCxnSpPr>
            <a:cxnSpLocks/>
          </p:cNvCxnSpPr>
          <p:nvPr userDrawn="1"/>
        </p:nvCxnSpPr>
        <p:spPr>
          <a:xfrm flipH="1">
            <a:off x="336000" y="6425532"/>
            <a:ext cx="11520000" cy="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Conector recto 18">
            <a:extLst>
              <a:ext uri="{FF2B5EF4-FFF2-40B4-BE49-F238E27FC236}">
                <a16:creationId xmlns:a16="http://schemas.microsoft.com/office/drawing/2014/main" id="{F03ED8D3-9B9A-A8FD-980F-1E328AF4B22A}"/>
              </a:ext>
            </a:extLst>
          </p:cNvPr>
          <p:cNvCxnSpPr>
            <a:cxnSpLocks/>
          </p:cNvCxnSpPr>
          <p:nvPr userDrawn="1"/>
        </p:nvCxnSpPr>
        <p:spPr>
          <a:xfrm flipV="1">
            <a:off x="11485002" y="6574849"/>
            <a:ext cx="0" cy="144000"/>
          </a:xfrm>
          <a:prstGeom prst="line">
            <a:avLst/>
          </a:prstGeom>
          <a:ln w="12700" cap="flat" cmpd="sng" algn="ctr">
            <a:solidFill>
              <a:srgbClr val="BFBFB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Rectángulo 20">
            <a:extLst>
              <a:ext uri="{FF2B5EF4-FFF2-40B4-BE49-F238E27FC236}">
                <a16:creationId xmlns:a16="http://schemas.microsoft.com/office/drawing/2014/main" id="{DF6597E0-EBA2-79F0-8513-3D09687E1634}"/>
              </a:ext>
            </a:extLst>
          </p:cNvPr>
          <p:cNvSpPr/>
          <p:nvPr userDrawn="1"/>
        </p:nvSpPr>
        <p:spPr>
          <a:xfrm>
            <a:off x="12309894" y="6000214"/>
            <a:ext cx="957532" cy="312312"/>
          </a:xfrm>
          <a:prstGeom prst="rect">
            <a:avLst/>
          </a:prstGeom>
          <a:solidFill>
            <a:srgbClr val="F8CBAD"/>
          </a:solidFill>
          <a:ln w="12700" cmpd="sng">
            <a:noFill/>
            <a:prstDash val="sysDash"/>
            <a:round/>
            <a:headEnd/>
            <a:tailEnd/>
          </a:ln>
        </p:spPr>
        <p:txBody>
          <a:bodyPr wrap="none" rtlCol="0" anchor="ctr"/>
          <a:lstStyle/>
          <a:p>
            <a:pPr algn="ctr"/>
            <a:endParaRPr lang="es-CO" sz="2400">
              <a:latin typeface="Arial" panose="020B0604020202020204" pitchFamily="34" charset="0"/>
              <a:cs typeface="Arial" charset="0"/>
            </a:endParaRPr>
          </a:p>
        </p:txBody>
      </p:sp>
      <p:pic>
        <p:nvPicPr>
          <p:cNvPr id="4" name="Imagen 3">
            <a:extLst>
              <a:ext uri="{FF2B5EF4-FFF2-40B4-BE49-F238E27FC236}">
                <a16:creationId xmlns:a16="http://schemas.microsoft.com/office/drawing/2014/main" id="{0FBEDF0D-FBE5-FF5D-A3E7-D47BE3E8DEDA}"/>
              </a:ext>
            </a:extLst>
          </p:cNvPr>
          <p:cNvPicPr>
            <a:picLocks noChangeAspect="1"/>
          </p:cNvPicPr>
          <p:nvPr userDrawn="1"/>
        </p:nvPicPr>
        <p:blipFill rotWithShape="1">
          <a:blip r:embed="rId9">
            <a:extLst>
              <a:ext uri="{BEBA8EAE-BF5A-486C-A8C5-ECC9F3942E4B}">
                <a14:imgProps xmlns:a14="http://schemas.microsoft.com/office/drawing/2010/main">
                  <a14:imgLayer r:embed="rId10">
                    <a14:imgEffect>
                      <a14:backgroundRemoval t="9274" b="89516" l="7052" r="89827">
                        <a14:foregroundMark x1="8439" y1="25000" x2="8439" y2="25000"/>
                        <a14:foregroundMark x1="8786" y1="52419" x2="8786" y2="52419"/>
                        <a14:foregroundMark x1="22775" y1="61290" x2="22775" y2="61290"/>
                        <a14:foregroundMark x1="22081" y1="36290" x2="22081" y2="36290"/>
                        <a14:foregroundMark x1="7052" y1="77823" x2="7052" y2="77823"/>
                        <a14:foregroundMark x1="31792" y1="50000" x2="31792" y2="50000"/>
                        <a14:foregroundMark x1="36532" y1="52419" x2="36532" y2="52419"/>
                        <a14:foregroundMark x1="43237" y1="51613" x2="43237" y2="51613"/>
                        <a14:foregroundMark x1="50867" y1="54839" x2="50867" y2="54839"/>
                        <a14:foregroundMark x1="57341" y1="50000" x2="57341" y2="50000"/>
                        <a14:foregroundMark x1="60925" y1="53629" x2="60925" y2="53629"/>
                        <a14:foregroundMark x1="68092" y1="53629" x2="68092" y2="53629"/>
                        <a14:foregroundMark x1="73988" y1="47177" x2="73988" y2="47177"/>
                        <a14:foregroundMark x1="76994" y1="57661" x2="76994" y2="57661"/>
                        <a14:backgroundMark x1="51908" y1="50403" x2="51908" y2="50403"/>
                        <a14:backgroundMark x1="78613" y1="51613" x2="78613" y2="51613"/>
                      </a14:backgroundRemoval>
                    </a14:imgEffect>
                  </a14:imgLayer>
                </a14:imgProps>
              </a:ext>
            </a:extLst>
          </a:blip>
          <a:srcRect r="13576"/>
          <a:stretch/>
        </p:blipFill>
        <p:spPr>
          <a:xfrm>
            <a:off x="10701969" y="24444"/>
            <a:ext cx="1154031" cy="382841"/>
          </a:xfrm>
          <a:prstGeom prst="rect">
            <a:avLst/>
          </a:prstGeom>
        </p:spPr>
      </p:pic>
    </p:spTree>
    <p:extLst>
      <p:ext uri="{BB962C8B-B14F-4D97-AF65-F5344CB8AC3E}">
        <p14:creationId xmlns:p14="http://schemas.microsoft.com/office/powerpoint/2010/main" val="4045577044"/>
      </p:ext>
    </p:extLst>
  </p:cSld>
  <p:clrMap bg1="lt1" tx1="dk1" bg2="lt2" tx2="dk2" accent1="accent1" accent2="accent2" accent3="accent3" accent4="accent4" accent5="accent5" accent6="accent6" hlink="hlink" folHlink="folHlink"/>
  <p:sldLayoutIdLst>
    <p:sldLayoutId id="2147483701" r:id="rId1"/>
    <p:sldLayoutId id="2147483703" r:id="rId2"/>
    <p:sldLayoutId id="2147483704" r:id="rId3"/>
    <p:sldLayoutId id="2147483706" r:id="rId4"/>
    <p:sldLayoutId id="2147483719" r:id="rId5"/>
    <p:sldLayoutId id="2147483707" r:id="rId6"/>
    <p:sldLayoutId id="2147483708" r:id="rId7"/>
  </p:sldLayoutIdLst>
  <p:hf hdr="0" ftr="0" dt="0"/>
  <p:txStyles>
    <p:titleStyle>
      <a:lvl1pPr algn="l" rtl="0" eaLnBrk="0" fontAlgn="base" hangingPunct="0">
        <a:spcBef>
          <a:spcPct val="0"/>
        </a:spcBef>
        <a:spcAft>
          <a:spcPct val="0"/>
        </a:spcAft>
        <a:defRPr sz="1600">
          <a:solidFill>
            <a:schemeClr val="tx1">
              <a:lumMod val="75000"/>
              <a:lumOff val="25000"/>
            </a:schemeClr>
          </a:solidFill>
          <a:latin typeface="+mj-lt"/>
          <a:ea typeface="+mj-ea"/>
          <a:cs typeface="+mj-cs"/>
        </a:defRPr>
      </a:lvl1pPr>
      <a:lvl2pPr algn="l" rtl="0" eaLnBrk="0" fontAlgn="base" hangingPunct="0">
        <a:spcBef>
          <a:spcPct val="0"/>
        </a:spcBef>
        <a:spcAft>
          <a:spcPct val="0"/>
        </a:spcAft>
        <a:defRPr sz="2000">
          <a:solidFill>
            <a:schemeClr val="tx2"/>
          </a:solidFill>
          <a:latin typeface="Arial" charset="0"/>
          <a:cs typeface="Arial" charset="0"/>
        </a:defRPr>
      </a:lvl2pPr>
      <a:lvl3pPr algn="l" rtl="0" eaLnBrk="0" fontAlgn="base" hangingPunct="0">
        <a:spcBef>
          <a:spcPct val="0"/>
        </a:spcBef>
        <a:spcAft>
          <a:spcPct val="0"/>
        </a:spcAft>
        <a:defRPr sz="2000">
          <a:solidFill>
            <a:schemeClr val="tx2"/>
          </a:solidFill>
          <a:latin typeface="Arial" charset="0"/>
          <a:cs typeface="Arial" charset="0"/>
        </a:defRPr>
      </a:lvl3pPr>
      <a:lvl4pPr algn="l" rtl="0" eaLnBrk="0" fontAlgn="base" hangingPunct="0">
        <a:spcBef>
          <a:spcPct val="0"/>
        </a:spcBef>
        <a:spcAft>
          <a:spcPct val="0"/>
        </a:spcAft>
        <a:defRPr sz="2000">
          <a:solidFill>
            <a:schemeClr val="tx2"/>
          </a:solidFill>
          <a:latin typeface="Arial" charset="0"/>
          <a:cs typeface="Arial" charset="0"/>
        </a:defRPr>
      </a:lvl4pPr>
      <a:lvl5pPr algn="l" rtl="0" eaLnBrk="0" fontAlgn="base" hangingPunct="0">
        <a:spcBef>
          <a:spcPct val="0"/>
        </a:spcBef>
        <a:spcAft>
          <a:spcPct val="0"/>
        </a:spcAft>
        <a:defRPr sz="2000">
          <a:solidFill>
            <a:schemeClr val="tx2"/>
          </a:solidFill>
          <a:latin typeface="Arial" charset="0"/>
          <a:cs typeface="Arial" charset="0"/>
        </a:defRPr>
      </a:lvl5pPr>
      <a:lvl6pPr marL="457189" algn="l" rtl="0" fontAlgn="base">
        <a:spcBef>
          <a:spcPct val="0"/>
        </a:spcBef>
        <a:spcAft>
          <a:spcPct val="0"/>
        </a:spcAft>
        <a:defRPr sz="2000">
          <a:solidFill>
            <a:schemeClr val="tx2"/>
          </a:solidFill>
          <a:latin typeface="Arial" charset="0"/>
          <a:cs typeface="Arial" charset="0"/>
        </a:defRPr>
      </a:lvl6pPr>
      <a:lvl7pPr marL="914377" algn="l" rtl="0" fontAlgn="base">
        <a:spcBef>
          <a:spcPct val="0"/>
        </a:spcBef>
        <a:spcAft>
          <a:spcPct val="0"/>
        </a:spcAft>
        <a:defRPr sz="2000">
          <a:solidFill>
            <a:schemeClr val="tx2"/>
          </a:solidFill>
          <a:latin typeface="Arial" charset="0"/>
          <a:cs typeface="Arial" charset="0"/>
        </a:defRPr>
      </a:lvl7pPr>
      <a:lvl8pPr marL="1371566" algn="l" rtl="0" fontAlgn="base">
        <a:spcBef>
          <a:spcPct val="0"/>
        </a:spcBef>
        <a:spcAft>
          <a:spcPct val="0"/>
        </a:spcAft>
        <a:defRPr sz="2000">
          <a:solidFill>
            <a:schemeClr val="tx2"/>
          </a:solidFill>
          <a:latin typeface="Arial" charset="0"/>
          <a:cs typeface="Arial" charset="0"/>
        </a:defRPr>
      </a:lvl8pPr>
      <a:lvl9pPr marL="1828754" algn="l" rtl="0" fontAlgn="base">
        <a:spcBef>
          <a:spcPct val="0"/>
        </a:spcBef>
        <a:spcAft>
          <a:spcPct val="0"/>
        </a:spcAft>
        <a:defRPr sz="2000">
          <a:solidFill>
            <a:schemeClr val="tx2"/>
          </a:solidFill>
          <a:latin typeface="Arial" charset="0"/>
          <a:cs typeface="Arial" charset="0"/>
        </a:defRPr>
      </a:lvl9pPr>
    </p:titleStyle>
    <p:bodyStyle>
      <a:lvl1pPr marL="173034" indent="-173034" algn="l" rtl="0" eaLnBrk="0" fontAlgn="base" hangingPunct="0">
        <a:spcBef>
          <a:spcPct val="20000"/>
        </a:spcBef>
        <a:spcAft>
          <a:spcPct val="0"/>
        </a:spcAft>
        <a:buClr>
          <a:srgbClr val="003399"/>
        </a:buClr>
        <a:buFont typeface="Wingdings" pitchFamily="2" charset="2"/>
        <a:buChar char="§"/>
        <a:defRPr sz="1200">
          <a:solidFill>
            <a:schemeClr val="tx1"/>
          </a:solidFill>
          <a:latin typeface="+mn-lt"/>
          <a:ea typeface="+mn-ea"/>
          <a:cs typeface="+mn-cs"/>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p:bodyStyle>
    <p:otherStyle>
      <a:defPPr>
        <a:defRPr lang="es-CO"/>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hyperlink" Target="https://nvlpubs.nist.gov/nistpubs/SpecialPublications/NIST.SP.800-204D.pdf" TargetMode="External"/><Relationship Id="rId3" Type="http://schemas.openxmlformats.org/officeDocument/2006/relationships/hyperlink" Target="https://ceur-ws.org/Vol-3941/BENEVOL2024_TECH_paper15.pdf" TargetMode="External"/><Relationship Id="rId7" Type="http://schemas.openxmlformats.org/officeDocument/2006/relationships/hyperlink" Target="https://martinfowler.com/articles/continuousIntegration.html" TargetMode="Externa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jstvssr.github.io/assets/pdf/semantic-versioning-maven.pdf" TargetMode="External"/><Relationship Id="rId5" Type="http://schemas.openxmlformats.org/officeDocument/2006/relationships/hyperlink" Target="https://www.blackduck.com/content/dam/black-duck/en-us/whitepapers/wp-managing-transitive-dependencies-in-oss.pdf" TargetMode="External"/><Relationship Id="rId10" Type="http://schemas.openxmlformats.org/officeDocument/2006/relationships/hyperlink" Target="https://docs.renovatebot.com/key-concepts/automerge" TargetMode="External"/><Relationship Id="rId4" Type="http://schemas.openxmlformats.org/officeDocument/2006/relationships/hyperlink" Target="https://sailresearch.github.io/sail-website/data/pdfs/2022_Understanding_the_Customization_of_Dependency_Bots.pdf" TargetMode="External"/><Relationship Id="rId9" Type="http://schemas.openxmlformats.org/officeDocument/2006/relationships/hyperlink" Target="https://docs.github.com/en/code-security/tutorials/secure-your-dependencies/dependabot-quickstart-gui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F78CC2F-48D7-4FED-BB7A-33280B50911E}"/>
              </a:ext>
            </a:extLst>
          </p:cNvPr>
          <p:cNvSpPr>
            <a:spLocks noGrp="1"/>
          </p:cNvSpPr>
          <p:nvPr>
            <p:ph type="body" sz="quarter" idx="4294967295"/>
          </p:nvPr>
        </p:nvSpPr>
        <p:spPr>
          <a:xfrm>
            <a:off x="284144" y="4635829"/>
            <a:ext cx="11673114" cy="989361"/>
          </a:xfrm>
          <a:noFill/>
          <a:ln>
            <a:noFill/>
          </a:ln>
        </p:spPr>
        <p:txBody>
          <a:bodyPr vert="horz" wrap="square" lIns="91440" tIns="45720" rIns="91440" bIns="45720" numCol="1" anchor="ctr" anchorCtr="0" compatLnSpc="1">
            <a:prstTxWarp prst="textNoShape">
              <a:avLst/>
            </a:prstTxWarp>
          </a:bodyPr>
          <a:lstStyle/>
          <a:p>
            <a:pPr marL="0" indent="0">
              <a:buNone/>
            </a:pPr>
            <a:r>
              <a:rPr lang="en-US" sz="3000" b="1" noProof="1">
                <a:solidFill>
                  <a:srgbClr val="002060"/>
                </a:solidFill>
                <a:latin typeface="+mj-lt"/>
                <a:ea typeface="+mj-ea"/>
              </a:rPr>
              <a:t>A Multi-Agent System to Repair Breaking Changes Caused by Dependency Updates in Kotlin Multiplatform</a:t>
            </a:r>
          </a:p>
        </p:txBody>
      </p:sp>
      <p:sp>
        <p:nvSpPr>
          <p:cNvPr id="4" name="Marcador de texto 2">
            <a:extLst>
              <a:ext uri="{FF2B5EF4-FFF2-40B4-BE49-F238E27FC236}">
                <a16:creationId xmlns:a16="http://schemas.microsoft.com/office/drawing/2014/main" id="{C0FF882D-6754-4853-B063-4473E4C6A081}"/>
              </a:ext>
            </a:extLst>
          </p:cNvPr>
          <p:cNvSpPr>
            <a:spLocks noGrp="1"/>
          </p:cNvSpPr>
          <p:nvPr>
            <p:ph type="body" sz="quarter" idx="4294967295"/>
          </p:nvPr>
        </p:nvSpPr>
        <p:spPr>
          <a:xfrm>
            <a:off x="284144" y="6199227"/>
            <a:ext cx="5760000" cy="476211"/>
          </a:xfrm>
          <a:noFill/>
          <a:ln>
            <a:noFill/>
          </a:ln>
        </p:spPr>
        <p:txBody>
          <a:bodyPr vert="horz" wrap="square" lIns="91440" tIns="45720" rIns="91440" bIns="45720" numCol="1" anchor="ctr" anchorCtr="0" compatLnSpc="1">
            <a:prstTxWarp prst="textNoShape">
              <a:avLst/>
            </a:prstTxWarp>
          </a:bodyPr>
          <a:lstStyle/>
          <a:p>
            <a:pPr marL="0" indent="0">
              <a:buNone/>
            </a:pPr>
            <a:r>
              <a:rPr lang="en-US" sz="1300" noProof="1">
                <a:solidFill>
                  <a:schemeClr val="bg2"/>
                </a:solidFill>
                <a:latin typeface="+mj-lt"/>
                <a:cs typeface="Helvetica"/>
              </a:rPr>
              <a:t>Febrero 2025  –  Bogotá D.C., Colombia</a:t>
            </a:r>
          </a:p>
          <a:p>
            <a:pPr marL="0" indent="0">
              <a:buNone/>
            </a:pPr>
            <a:r>
              <a:rPr lang="en-US" sz="1300" noProof="1">
                <a:solidFill>
                  <a:schemeClr val="bg2"/>
                </a:solidFill>
                <a:latin typeface="+mj-lt"/>
              </a:rPr>
              <a:t>Advisor: </a:t>
            </a:r>
            <a:r>
              <a:rPr lang="en-US" sz="1300" noProof="1">
                <a:solidFill>
                  <a:schemeClr val="bg2"/>
                </a:solidFill>
                <a:latin typeface="+mj-lt"/>
                <a:cs typeface="Helvetica"/>
              </a:rPr>
              <a:t>Camilo Escobar</a:t>
            </a:r>
          </a:p>
        </p:txBody>
      </p:sp>
      <p:sp>
        <p:nvSpPr>
          <p:cNvPr id="3" name="Marcador de texto 1">
            <a:extLst>
              <a:ext uri="{FF2B5EF4-FFF2-40B4-BE49-F238E27FC236}">
                <a16:creationId xmlns:a16="http://schemas.microsoft.com/office/drawing/2014/main" id="{1DB7C310-02E6-75B8-4C03-50C624909E14}"/>
              </a:ext>
            </a:extLst>
          </p:cNvPr>
          <p:cNvSpPr txBox="1">
            <a:spLocks/>
          </p:cNvSpPr>
          <p:nvPr/>
        </p:nvSpPr>
        <p:spPr bwMode="auto">
          <a:xfrm>
            <a:off x="284144" y="5536514"/>
            <a:ext cx="5760000" cy="50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173034" indent="-173034" algn="l" rtl="0" eaLnBrk="0" fontAlgn="base" hangingPunct="0">
              <a:spcBef>
                <a:spcPct val="20000"/>
              </a:spcBef>
              <a:spcAft>
                <a:spcPct val="0"/>
              </a:spcAft>
              <a:buClr>
                <a:srgbClr val="003399"/>
              </a:buClr>
              <a:buFont typeface="Wingdings" pitchFamily="2" charset="2"/>
              <a:buChar char="§"/>
              <a:defRPr sz="1200">
                <a:solidFill>
                  <a:schemeClr val="tx1"/>
                </a:solidFill>
                <a:latin typeface="+mn-lt"/>
                <a:ea typeface="+mn-ea"/>
                <a:cs typeface="+mn-cs"/>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marL="0" indent="0" defTabSz="914400">
              <a:buFont typeface="Wingdings" pitchFamily="2" charset="2"/>
              <a:buNone/>
            </a:pPr>
            <a:r>
              <a:rPr lang="en-US" sz="2400" b="1" kern="0" noProof="1">
                <a:solidFill>
                  <a:schemeClr val="tx1">
                    <a:lumMod val="75000"/>
                    <a:lumOff val="25000"/>
                  </a:schemeClr>
                </a:solidFill>
                <a:latin typeface="+mj-lt"/>
                <a:ea typeface="+mj-ea"/>
                <a:cs typeface="Helvetica"/>
              </a:rPr>
              <a:t>Santiago Bobadilla</a:t>
            </a:r>
          </a:p>
        </p:txBody>
      </p:sp>
      <p:pic>
        <p:nvPicPr>
          <p:cNvPr id="1028" name="Picture 4">
            <a:extLst>
              <a:ext uri="{FF2B5EF4-FFF2-40B4-BE49-F238E27FC236}">
                <a16:creationId xmlns:a16="http://schemas.microsoft.com/office/drawing/2014/main" id="{2CBB4DAA-1BA1-C1EB-3D56-CC40CD69C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345" y="6003161"/>
            <a:ext cx="2240913" cy="67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131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texto 3">
            <a:extLst>
              <a:ext uri="{FF2B5EF4-FFF2-40B4-BE49-F238E27FC236}">
                <a16:creationId xmlns:a16="http://schemas.microsoft.com/office/drawing/2014/main" id="{EA3870EC-898D-D832-19D7-8135410DD927}"/>
              </a:ext>
            </a:extLst>
          </p:cNvPr>
          <p:cNvSpPr txBox="1">
            <a:spLocks/>
          </p:cNvSpPr>
          <p:nvPr/>
        </p:nvSpPr>
        <p:spPr bwMode="auto">
          <a:xfrm>
            <a:off x="907159" y="1257266"/>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Context</a:t>
            </a:r>
          </a:p>
        </p:txBody>
      </p:sp>
      <p:sp>
        <p:nvSpPr>
          <p:cNvPr id="10" name="Marcador de texto 3">
            <a:extLst>
              <a:ext uri="{FF2B5EF4-FFF2-40B4-BE49-F238E27FC236}">
                <a16:creationId xmlns:a16="http://schemas.microsoft.com/office/drawing/2014/main" id="{52CC2CDA-73BA-5BEF-F548-8F16FE6AF1FB}"/>
              </a:ext>
            </a:extLst>
          </p:cNvPr>
          <p:cNvSpPr txBox="1">
            <a:spLocks/>
          </p:cNvSpPr>
          <p:nvPr/>
        </p:nvSpPr>
        <p:spPr bwMode="auto">
          <a:xfrm>
            <a:off x="907159" y="1772682"/>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Problem</a:t>
            </a:r>
          </a:p>
        </p:txBody>
      </p:sp>
      <p:sp>
        <p:nvSpPr>
          <p:cNvPr id="11" name="Marcador de texto 3">
            <a:extLst>
              <a:ext uri="{FF2B5EF4-FFF2-40B4-BE49-F238E27FC236}">
                <a16:creationId xmlns:a16="http://schemas.microsoft.com/office/drawing/2014/main" id="{D819B30C-13FE-1C07-94D0-7D3296C76077}"/>
              </a:ext>
            </a:extLst>
          </p:cNvPr>
          <p:cNvSpPr txBox="1">
            <a:spLocks/>
          </p:cNvSpPr>
          <p:nvPr/>
        </p:nvSpPr>
        <p:spPr bwMode="auto">
          <a:xfrm>
            <a:off x="907159" y="2288098"/>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General Objective</a:t>
            </a:r>
          </a:p>
        </p:txBody>
      </p:sp>
      <p:sp>
        <p:nvSpPr>
          <p:cNvPr id="12" name="Marcador de texto 3">
            <a:extLst>
              <a:ext uri="{FF2B5EF4-FFF2-40B4-BE49-F238E27FC236}">
                <a16:creationId xmlns:a16="http://schemas.microsoft.com/office/drawing/2014/main" id="{1C39C387-96E3-29AB-0325-C7A846C59396}"/>
              </a:ext>
            </a:extLst>
          </p:cNvPr>
          <p:cNvSpPr txBox="1">
            <a:spLocks/>
          </p:cNvSpPr>
          <p:nvPr/>
        </p:nvSpPr>
        <p:spPr bwMode="auto">
          <a:xfrm>
            <a:off x="907159" y="2803514"/>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Specific Objectives</a:t>
            </a:r>
          </a:p>
        </p:txBody>
      </p:sp>
      <p:sp>
        <p:nvSpPr>
          <p:cNvPr id="13" name="Marcador de texto 3">
            <a:extLst>
              <a:ext uri="{FF2B5EF4-FFF2-40B4-BE49-F238E27FC236}">
                <a16:creationId xmlns:a16="http://schemas.microsoft.com/office/drawing/2014/main" id="{CEDC7F77-41E4-C53F-C7AC-4F770514485F}"/>
              </a:ext>
            </a:extLst>
          </p:cNvPr>
          <p:cNvSpPr txBox="1">
            <a:spLocks/>
          </p:cNvSpPr>
          <p:nvPr/>
        </p:nvSpPr>
        <p:spPr bwMode="auto">
          <a:xfrm>
            <a:off x="907159" y="3318930"/>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State of the Art</a:t>
            </a:r>
          </a:p>
        </p:txBody>
      </p:sp>
      <p:sp>
        <p:nvSpPr>
          <p:cNvPr id="14" name="Marcador de texto 3">
            <a:extLst>
              <a:ext uri="{FF2B5EF4-FFF2-40B4-BE49-F238E27FC236}">
                <a16:creationId xmlns:a16="http://schemas.microsoft.com/office/drawing/2014/main" id="{D54BA91A-F271-97CD-ADCD-84ED5AB6B0F8}"/>
              </a:ext>
            </a:extLst>
          </p:cNvPr>
          <p:cNvSpPr txBox="1">
            <a:spLocks/>
          </p:cNvSpPr>
          <p:nvPr/>
        </p:nvSpPr>
        <p:spPr bwMode="auto">
          <a:xfrm>
            <a:off x="907159" y="3834346"/>
            <a:ext cx="410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r>
              <a:rPr lang="en-US" sz="1400" b="0" noProof="1">
                <a:solidFill>
                  <a:schemeClr val="tx1">
                    <a:lumMod val="75000"/>
                    <a:lumOff val="25000"/>
                  </a:schemeClr>
                </a:solidFill>
                <a:cs typeface="Calibri" panose="020F0502020204030204" pitchFamily="34" charset="0"/>
              </a:rPr>
              <a:t>Bibliography</a:t>
            </a:r>
          </a:p>
        </p:txBody>
      </p:sp>
      <p:sp>
        <p:nvSpPr>
          <p:cNvPr id="22" name="CuadroTexto 21">
            <a:extLst>
              <a:ext uri="{FF2B5EF4-FFF2-40B4-BE49-F238E27FC236}">
                <a16:creationId xmlns:a16="http://schemas.microsoft.com/office/drawing/2014/main" id="{74268818-31B0-4B98-9ADE-8F373ABDDAEA}"/>
              </a:ext>
            </a:extLst>
          </p:cNvPr>
          <p:cNvSpPr txBox="1"/>
          <p:nvPr/>
        </p:nvSpPr>
        <p:spPr bwMode="auto">
          <a:xfrm>
            <a:off x="335999" y="1241878"/>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01</a:t>
            </a:r>
          </a:p>
        </p:txBody>
      </p:sp>
      <p:sp>
        <p:nvSpPr>
          <p:cNvPr id="24" name="CuadroTexto 23">
            <a:extLst>
              <a:ext uri="{FF2B5EF4-FFF2-40B4-BE49-F238E27FC236}">
                <a16:creationId xmlns:a16="http://schemas.microsoft.com/office/drawing/2014/main" id="{48CDBCD8-162D-6DF8-BC18-42E572BA24D6}"/>
              </a:ext>
            </a:extLst>
          </p:cNvPr>
          <p:cNvSpPr txBox="1"/>
          <p:nvPr/>
        </p:nvSpPr>
        <p:spPr bwMode="auto">
          <a:xfrm>
            <a:off x="335999" y="1757294"/>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02</a:t>
            </a:r>
          </a:p>
        </p:txBody>
      </p:sp>
      <p:sp>
        <p:nvSpPr>
          <p:cNvPr id="25" name="CuadroTexto 24">
            <a:extLst>
              <a:ext uri="{FF2B5EF4-FFF2-40B4-BE49-F238E27FC236}">
                <a16:creationId xmlns:a16="http://schemas.microsoft.com/office/drawing/2014/main" id="{B2D67137-1DBA-7B58-4677-C1B742F62BC8}"/>
              </a:ext>
            </a:extLst>
          </p:cNvPr>
          <p:cNvSpPr txBox="1"/>
          <p:nvPr/>
        </p:nvSpPr>
        <p:spPr bwMode="auto">
          <a:xfrm>
            <a:off x="335999" y="2272710"/>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03</a:t>
            </a:r>
          </a:p>
        </p:txBody>
      </p:sp>
      <p:sp>
        <p:nvSpPr>
          <p:cNvPr id="26" name="CuadroTexto 25">
            <a:extLst>
              <a:ext uri="{FF2B5EF4-FFF2-40B4-BE49-F238E27FC236}">
                <a16:creationId xmlns:a16="http://schemas.microsoft.com/office/drawing/2014/main" id="{78C71780-9C7E-A2D4-B33A-A3B138F1052D}"/>
              </a:ext>
            </a:extLst>
          </p:cNvPr>
          <p:cNvSpPr txBox="1"/>
          <p:nvPr/>
        </p:nvSpPr>
        <p:spPr bwMode="auto">
          <a:xfrm>
            <a:off x="335999" y="2788126"/>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04</a:t>
            </a:r>
          </a:p>
        </p:txBody>
      </p:sp>
      <p:sp>
        <p:nvSpPr>
          <p:cNvPr id="27" name="CuadroTexto 26">
            <a:extLst>
              <a:ext uri="{FF2B5EF4-FFF2-40B4-BE49-F238E27FC236}">
                <a16:creationId xmlns:a16="http://schemas.microsoft.com/office/drawing/2014/main" id="{FB637760-E707-AAE0-9F81-432531F9F08B}"/>
              </a:ext>
            </a:extLst>
          </p:cNvPr>
          <p:cNvSpPr txBox="1"/>
          <p:nvPr/>
        </p:nvSpPr>
        <p:spPr bwMode="auto">
          <a:xfrm>
            <a:off x="335999" y="3303542"/>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05</a:t>
            </a:r>
          </a:p>
        </p:txBody>
      </p:sp>
      <p:sp>
        <p:nvSpPr>
          <p:cNvPr id="28" name="CuadroTexto 27">
            <a:extLst>
              <a:ext uri="{FF2B5EF4-FFF2-40B4-BE49-F238E27FC236}">
                <a16:creationId xmlns:a16="http://schemas.microsoft.com/office/drawing/2014/main" id="{922BF43C-8A5D-6C62-251B-DFBDE1EEB7C5}"/>
              </a:ext>
            </a:extLst>
          </p:cNvPr>
          <p:cNvSpPr txBox="1"/>
          <p:nvPr/>
        </p:nvSpPr>
        <p:spPr bwMode="auto">
          <a:xfrm>
            <a:off x="335999" y="3818958"/>
            <a:ext cx="435600" cy="338554"/>
          </a:xfrm>
          <a:prstGeom prst="rect">
            <a:avLst/>
          </a:prstGeom>
          <a:solidFill>
            <a:schemeClr val="bg1"/>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noProof="1">
                <a:solidFill>
                  <a:srgbClr val="002060"/>
                </a:solidFill>
              </a:rPr>
              <a:t>06</a:t>
            </a:r>
          </a:p>
        </p:txBody>
      </p:sp>
    </p:spTree>
    <p:extLst>
      <p:ext uri="{BB962C8B-B14F-4D97-AF65-F5344CB8AC3E}">
        <p14:creationId xmlns:p14="http://schemas.microsoft.com/office/powerpoint/2010/main" val="3543425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Marcador de texto 3">
            <a:extLst>
              <a:ext uri="{FF2B5EF4-FFF2-40B4-BE49-F238E27FC236}">
                <a16:creationId xmlns:a16="http://schemas.microsoft.com/office/drawing/2014/main" id="{A67394BA-A995-754C-69B8-94F605171609}"/>
              </a:ext>
            </a:extLst>
          </p:cNvPr>
          <p:cNvSpPr txBox="1">
            <a:spLocks/>
          </p:cNvSpPr>
          <p:nvPr/>
        </p:nvSpPr>
        <p:spPr bwMode="auto">
          <a:xfrm>
            <a:off x="1709938" y="5351708"/>
            <a:ext cx="5112000" cy="5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marL="0" marR="0" lvl="0" indent="0" defTabSz="914400" rtl="0" eaLnBrk="0" fontAlgn="base" latinLnBrk="0" hangingPunct="0">
              <a:lnSpc>
                <a:spcPct val="100000"/>
              </a:lnSpc>
              <a:spcBef>
                <a:spcPct val="20000"/>
              </a:spcBef>
              <a:spcAft>
                <a:spcPct val="0"/>
              </a:spcAft>
              <a:buClr>
                <a:srgbClr val="002060"/>
              </a:buClr>
              <a:buSzTx/>
              <a:buFont typeface="Wingdings" pitchFamily="2" charset="2"/>
              <a:buNone/>
              <a:tabLst/>
              <a:defRPr/>
            </a:pPr>
            <a:r>
              <a:rPr lang="en-US" sz="3200" b="0" noProof="1">
                <a:solidFill>
                  <a:schemeClr val="tx1">
                    <a:lumMod val="75000"/>
                    <a:lumOff val="25000"/>
                  </a:schemeClr>
                </a:solidFill>
                <a:cs typeface="Calibri" panose="020F0502020204030204" pitchFamily="34" charset="0"/>
              </a:rPr>
              <a:t>Context</a:t>
            </a:r>
          </a:p>
        </p:txBody>
      </p:sp>
      <p:sp>
        <p:nvSpPr>
          <p:cNvPr id="30" name="CuadroTexto 29">
            <a:extLst>
              <a:ext uri="{FF2B5EF4-FFF2-40B4-BE49-F238E27FC236}">
                <a16:creationId xmlns:a16="http://schemas.microsoft.com/office/drawing/2014/main" id="{31E6813A-80CC-D8D3-F03D-B3AFCCE026D7}"/>
              </a:ext>
            </a:extLst>
          </p:cNvPr>
          <p:cNvSpPr txBox="1"/>
          <p:nvPr/>
        </p:nvSpPr>
        <p:spPr bwMode="auto">
          <a:xfrm>
            <a:off x="336000" y="5001830"/>
            <a:ext cx="1332000" cy="82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defPPr>
              <a:defRPr lang="en-US"/>
            </a:defPPr>
            <a:lvl1pPr marR="0" lvl="0" indent="0" algn="ctr" defTabSz="914400" eaLnBrk="0" fontAlgn="base" hangingPunct="0">
              <a:lnSpc>
                <a:spcPct val="100000"/>
              </a:lnSpc>
              <a:spcBef>
                <a:spcPct val="20000"/>
              </a:spcBef>
              <a:spcAft>
                <a:spcPct val="0"/>
              </a:spcAft>
              <a:buClr>
                <a:srgbClr val="002060"/>
              </a:buClr>
              <a:buSzTx/>
              <a:buFont typeface="Wingdings" pitchFamily="2" charset="2"/>
              <a:buNone/>
              <a:tabLst/>
              <a:defRPr sz="3200" b="0">
                <a:solidFill>
                  <a:schemeClr val="tx1">
                    <a:lumMod val="75000"/>
                    <a:lumOff val="25000"/>
                  </a:schemeClr>
                </a:solidFill>
                <a:latin typeface="+mj-lt"/>
                <a:cs typeface="Calibri" panose="020F0502020204030204" pitchFamily="34" charset="0"/>
              </a:defRPr>
            </a:lvl1pPr>
            <a:lvl2pPr marL="531800" indent="-179384" eaLnBrk="0" fontAlgn="base" hangingPunct="0">
              <a:spcBef>
                <a:spcPct val="20000"/>
              </a:spcBef>
              <a:spcAft>
                <a:spcPct val="0"/>
              </a:spcAft>
              <a:buClr>
                <a:schemeClr val="bg2"/>
              </a:buClr>
              <a:buFont typeface="Wingdings" pitchFamily="2" charset="2"/>
              <a:buChar char="§"/>
              <a:defRPr sz="1200"/>
            </a:lvl2pPr>
            <a:lvl3pPr marL="711182" indent="203195" eaLnBrk="0" fontAlgn="base" hangingPunct="0">
              <a:spcBef>
                <a:spcPct val="20000"/>
              </a:spcBef>
              <a:spcAft>
                <a:spcPct val="0"/>
              </a:spcAft>
              <a:buChar char="•"/>
              <a:defRPr sz="1200"/>
            </a:lvl3pPr>
            <a:lvl4pPr marL="1076298" indent="-185734" eaLnBrk="0" fontAlgn="base" hangingPunct="0">
              <a:spcBef>
                <a:spcPct val="20000"/>
              </a:spcBef>
              <a:spcAft>
                <a:spcPct val="0"/>
              </a:spcAft>
              <a:buClr>
                <a:schemeClr val="bg2"/>
              </a:buClr>
              <a:buFont typeface="Arial" charset="0"/>
              <a:buChar char="–"/>
              <a:defRPr sz="1200"/>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lvl="0"/>
            <a:r>
              <a:rPr lang="en-US" sz="8000" b="1" noProof="1">
                <a:solidFill>
                  <a:srgbClr val="002060"/>
                </a:solidFill>
              </a:rPr>
              <a:t>01</a:t>
            </a:r>
          </a:p>
        </p:txBody>
      </p:sp>
    </p:spTree>
    <p:extLst>
      <p:ext uri="{BB962C8B-B14F-4D97-AF65-F5344CB8AC3E}">
        <p14:creationId xmlns:p14="http://schemas.microsoft.com/office/powerpoint/2010/main" val="429359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35999" y="398357"/>
            <a:ext cx="11520000" cy="407988"/>
          </a:xfrm>
        </p:spPr>
        <p:txBody>
          <a:bodyPr/>
          <a:lstStyle/>
          <a:p>
            <a:r>
              <a:rPr lang="en-US" sz="2000" b="1" noProof="1">
                <a:solidFill>
                  <a:srgbClr val="002060"/>
                </a:solidFill>
              </a:rPr>
              <a:t>Analogy of Problem</a:t>
            </a:r>
          </a:p>
        </p:txBody>
      </p:sp>
      <p:sp>
        <p:nvSpPr>
          <p:cNvPr id="5" name="Marcador de contenido 1">
            <a:extLst>
              <a:ext uri="{FF2B5EF4-FFF2-40B4-BE49-F238E27FC236}">
                <a16:creationId xmlns:a16="http://schemas.microsoft.com/office/drawing/2014/main" id="{3A655E67-B192-E177-1570-55FE0D1875D3}"/>
              </a:ext>
            </a:extLst>
          </p:cNvPr>
          <p:cNvSpPr txBox="1">
            <a:spLocks/>
          </p:cNvSpPr>
          <p:nvPr/>
        </p:nvSpPr>
        <p:spPr>
          <a:xfrm>
            <a:off x="335998" y="1646040"/>
            <a:ext cx="6885197" cy="3189563"/>
          </a:xfrm>
          <a:prstGeom prst="rect">
            <a:avLst/>
          </a:prstGeom>
          <a:solidFill>
            <a:schemeClr val="bg1"/>
          </a:solidFill>
          <a:ln w="19050">
            <a:solidFill>
              <a:srgbClr val="7F7F7F"/>
            </a:solidFill>
            <a:prstDash val="dash"/>
          </a:ln>
        </p:spPr>
        <p:txBody>
          <a:bodyPr vert="horz" wrap="square" lIns="91440" tIns="45720" rIns="91440" bIns="45720" numCol="1" anchor="t" anchorCtr="0" compatLnSpc="1">
            <a:prstTxWarp prst="textNoShape">
              <a:avLst/>
            </a:prstTxWarp>
            <a:no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p:txBody>
      </p:sp>
      <p:cxnSp>
        <p:nvCxnSpPr>
          <p:cNvPr id="10" name="Conector recto 9">
            <a:extLst>
              <a:ext uri="{FF2B5EF4-FFF2-40B4-BE49-F238E27FC236}">
                <a16:creationId xmlns:a16="http://schemas.microsoft.com/office/drawing/2014/main" id="{53E6A0C4-8EF0-0485-2962-47330FC739FE}"/>
              </a:ext>
            </a:extLst>
          </p:cNvPr>
          <p:cNvCxnSpPr>
            <a:cxnSpLocks/>
          </p:cNvCxnSpPr>
          <p:nvPr/>
        </p:nvCxnSpPr>
        <p:spPr>
          <a:xfrm>
            <a:off x="335999" y="1432054"/>
            <a:ext cx="688519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F60B3677-A638-82A6-E224-8E98792EC73F}"/>
              </a:ext>
            </a:extLst>
          </p:cNvPr>
          <p:cNvSpPr txBox="1"/>
          <p:nvPr/>
        </p:nvSpPr>
        <p:spPr bwMode="auto">
          <a:xfrm>
            <a:off x="2675621" y="1245050"/>
            <a:ext cx="2189096"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002060"/>
                </a:solidFill>
                <a:cs typeface="Helvetica"/>
              </a:rPr>
              <a:t>Car Mantainance</a:t>
            </a:r>
          </a:p>
        </p:txBody>
      </p:sp>
      <p:sp>
        <p:nvSpPr>
          <p:cNvPr id="2" name="Marcador de contenido 1">
            <a:extLst>
              <a:ext uri="{FF2B5EF4-FFF2-40B4-BE49-F238E27FC236}">
                <a16:creationId xmlns:a16="http://schemas.microsoft.com/office/drawing/2014/main" id="{C118FCCC-47F9-DAD9-0349-4DE9DE9904F1}"/>
              </a:ext>
            </a:extLst>
          </p:cNvPr>
          <p:cNvSpPr txBox="1">
            <a:spLocks/>
          </p:cNvSpPr>
          <p:nvPr/>
        </p:nvSpPr>
        <p:spPr>
          <a:xfrm>
            <a:off x="541664" y="1870493"/>
            <a:ext cx="6468736" cy="26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spcBef>
                <a:spcPts val="200"/>
              </a:spcBef>
              <a:spcAft>
                <a:spcPts val="200"/>
              </a:spcAft>
            </a:pPr>
            <a:r>
              <a:rPr lang="en-US" sz="1400" noProof="1"/>
              <a:t>Maintaining aging vehicles requires </a:t>
            </a:r>
            <a:r>
              <a:rPr lang="en-US" sz="1400" b="1" noProof="1"/>
              <a:t>expert diagnostics due to mechanical complexity and wear</a:t>
            </a:r>
            <a:r>
              <a:rPr lang="en-US" sz="1400" noProof="1"/>
              <a:t>, often resulting in high costs and unpredictable reliability outcomes.</a:t>
            </a:r>
          </a:p>
          <a:p>
            <a:pPr>
              <a:spcBef>
                <a:spcPts val="200"/>
              </a:spcBef>
              <a:spcAft>
                <a:spcPts val="200"/>
              </a:spcAft>
            </a:pPr>
            <a:endParaRPr lang="en-US" sz="1400" noProof="1"/>
          </a:p>
          <a:p>
            <a:pPr>
              <a:spcBef>
                <a:spcPts val="200"/>
              </a:spcBef>
              <a:spcAft>
                <a:spcPts val="200"/>
              </a:spcAft>
            </a:pPr>
            <a:r>
              <a:rPr lang="en-US" sz="1400" noProof="1"/>
              <a:t>The scarcity of </a:t>
            </a:r>
            <a:r>
              <a:rPr lang="en-US" sz="1400" b="1" noProof="1"/>
              <a:t>discontinued components </a:t>
            </a:r>
            <a:r>
              <a:rPr lang="en-US" sz="1400" noProof="1"/>
              <a:t>necessitates complex retrofitting or sourcing modern alternatives, which may require structural or mechanical modifications.</a:t>
            </a:r>
          </a:p>
          <a:p>
            <a:pPr>
              <a:spcBef>
                <a:spcPts val="200"/>
              </a:spcBef>
              <a:spcAft>
                <a:spcPts val="200"/>
              </a:spcAft>
            </a:pPr>
            <a:endParaRPr lang="en-US" sz="1400" noProof="1"/>
          </a:p>
          <a:p>
            <a:pPr>
              <a:spcBef>
                <a:spcPts val="200"/>
              </a:spcBef>
              <a:spcAft>
                <a:spcPts val="200"/>
              </a:spcAft>
            </a:pPr>
            <a:r>
              <a:rPr lang="en-US" sz="1400" noProof="1"/>
              <a:t>Substituting original components with aftermarket or adapted solutions often restores basic functionality </a:t>
            </a:r>
            <a:r>
              <a:rPr lang="en-US" sz="1400" b="1" noProof="1"/>
              <a:t>at the expense of peak performance </a:t>
            </a:r>
            <a:r>
              <a:rPr lang="en-US" sz="1400" noProof="1"/>
              <a:t>and original design intent.</a:t>
            </a:r>
          </a:p>
        </p:txBody>
      </p:sp>
      <p:sp>
        <p:nvSpPr>
          <p:cNvPr id="23" name="Rectángulo 22">
            <a:extLst>
              <a:ext uri="{FF2B5EF4-FFF2-40B4-BE49-F238E27FC236}">
                <a16:creationId xmlns:a16="http://schemas.microsoft.com/office/drawing/2014/main" id="{5752EFCD-BB0B-269F-2B16-319AF69D8C73}"/>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F7CE277F-C0FA-A5EC-BA9E-9172E772C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91016"/>
            <a:ext cx="858707" cy="257613"/>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n 23">
            <a:extLst>
              <a:ext uri="{FF2B5EF4-FFF2-40B4-BE49-F238E27FC236}">
                <a16:creationId xmlns:a16="http://schemas.microsoft.com/office/drawing/2014/main" id="{1B89E35B-E868-1DF1-96D1-D9F0EB1C965B}"/>
              </a:ext>
            </a:extLst>
          </p:cNvPr>
          <p:cNvPicPr>
            <a:picLocks noChangeAspect="1"/>
          </p:cNvPicPr>
          <p:nvPr/>
        </p:nvPicPr>
        <p:blipFill>
          <a:blip r:embed="rId3"/>
          <a:stretch>
            <a:fillRect/>
          </a:stretch>
        </p:blipFill>
        <p:spPr>
          <a:xfrm>
            <a:off x="7560389" y="888522"/>
            <a:ext cx="4282269" cy="5352837"/>
          </a:xfrm>
          <a:prstGeom prst="rect">
            <a:avLst/>
          </a:prstGeom>
        </p:spPr>
      </p:pic>
      <p:sp>
        <p:nvSpPr>
          <p:cNvPr id="31" name="CuadroTexto 30">
            <a:extLst>
              <a:ext uri="{FF2B5EF4-FFF2-40B4-BE49-F238E27FC236}">
                <a16:creationId xmlns:a16="http://schemas.microsoft.com/office/drawing/2014/main" id="{F838C048-1BE4-A67E-EDD0-A59FB161FB5C}"/>
              </a:ext>
            </a:extLst>
          </p:cNvPr>
          <p:cNvSpPr txBox="1"/>
          <p:nvPr/>
        </p:nvSpPr>
        <p:spPr bwMode="auto">
          <a:xfrm>
            <a:off x="1873652" y="5314127"/>
            <a:ext cx="380988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sz="1600" b="1" kern="0" noProof="1">
                <a:solidFill>
                  <a:srgbClr val="C00000"/>
                </a:solidFill>
              </a:rPr>
              <a:t>The same applies </a:t>
            </a:r>
            <a:r>
              <a:rPr lang="en-US" sz="1600" kern="0" noProof="1">
                <a:solidFill>
                  <a:srgbClr val="C00000"/>
                </a:solidFill>
              </a:rPr>
              <a:t>to code library </a:t>
            </a:r>
          </a:p>
          <a:p>
            <a:pPr algn="ctr"/>
            <a:r>
              <a:rPr lang="en-US" sz="1600" kern="0" noProof="1">
                <a:solidFill>
                  <a:srgbClr val="C00000"/>
                </a:solidFill>
              </a:rPr>
              <a:t>and dependency updates.</a:t>
            </a:r>
          </a:p>
        </p:txBody>
      </p:sp>
      <p:sp>
        <p:nvSpPr>
          <p:cNvPr id="32" name="Triángulo 31">
            <a:extLst>
              <a:ext uri="{FF2B5EF4-FFF2-40B4-BE49-F238E27FC236}">
                <a16:creationId xmlns:a16="http://schemas.microsoft.com/office/drawing/2014/main" id="{FB6CF8A3-358C-FC8F-591A-690E43083FA9}"/>
              </a:ext>
            </a:extLst>
          </p:cNvPr>
          <p:cNvSpPr/>
          <p:nvPr/>
        </p:nvSpPr>
        <p:spPr>
          <a:xfrm rot="10800000">
            <a:off x="2066799" y="4966197"/>
            <a:ext cx="3426940" cy="100879"/>
          </a:xfrm>
          <a:prstGeom prst="triangle">
            <a:avLst/>
          </a:prstGeom>
          <a:solidFill>
            <a:srgbClr val="023A73"/>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spTree>
    <p:extLst>
      <p:ext uri="{BB962C8B-B14F-4D97-AF65-F5344CB8AC3E}">
        <p14:creationId xmlns:p14="http://schemas.microsoft.com/office/powerpoint/2010/main" val="1023718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68922-695E-2FB9-9A66-F8E1D9E03F0A}"/>
            </a:ext>
          </a:extLst>
        </p:cNvPr>
        <p:cNvGrpSpPr/>
        <p:nvPr/>
      </p:nvGrpSpPr>
      <p:grpSpPr>
        <a:xfrm>
          <a:off x="0" y="0"/>
          <a:ext cx="0" cy="0"/>
          <a:chOff x="0" y="0"/>
          <a:chExt cx="0" cy="0"/>
        </a:xfrm>
      </p:grpSpPr>
      <p:sp>
        <p:nvSpPr>
          <p:cNvPr id="26" name="Marcador de contenido 1">
            <a:extLst>
              <a:ext uri="{FF2B5EF4-FFF2-40B4-BE49-F238E27FC236}">
                <a16:creationId xmlns:a16="http://schemas.microsoft.com/office/drawing/2014/main" id="{23D62BCF-C3D3-6DE8-A169-0515820487E8}"/>
              </a:ext>
            </a:extLst>
          </p:cNvPr>
          <p:cNvSpPr txBox="1">
            <a:spLocks/>
          </p:cNvSpPr>
          <p:nvPr/>
        </p:nvSpPr>
        <p:spPr>
          <a:xfrm>
            <a:off x="4967791" y="4687330"/>
            <a:ext cx="2276132" cy="796432"/>
          </a:xfrm>
          <a:prstGeom prst="rect">
            <a:avLst/>
          </a:prstGeom>
          <a:noFill/>
          <a:ln w="19050">
            <a:solidFill>
              <a:srgbClr val="7F7F7F"/>
            </a:solidFill>
            <a:prstDash val="dash"/>
          </a:ln>
        </p:spPr>
        <p:txBody>
          <a:bodyPr vert="horz" wrap="square" lIns="91440" tIns="45720" rIns="91440" bIns="45720" numCol="1" anchor="t" anchorCtr="0" compatLnSpc="1">
            <a:prstTxWarp prst="textNoShape">
              <a:avLst/>
            </a:prstTxWarp>
            <a:no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a:p>
            <a:pPr marL="0" indent="0" algn="ctr">
              <a:spcBef>
                <a:spcPts val="0"/>
              </a:spcBef>
              <a:buNone/>
            </a:pPr>
            <a:endParaRPr lang="en-US" sz="900" noProof="1"/>
          </a:p>
        </p:txBody>
      </p:sp>
      <p:sp>
        <p:nvSpPr>
          <p:cNvPr id="3" name="Título 2">
            <a:extLst>
              <a:ext uri="{FF2B5EF4-FFF2-40B4-BE49-F238E27FC236}">
                <a16:creationId xmlns:a16="http://schemas.microsoft.com/office/drawing/2014/main" id="{D1ED0FD0-3BB6-C28B-4576-A275513DBF0C}"/>
              </a:ext>
            </a:extLst>
          </p:cNvPr>
          <p:cNvSpPr>
            <a:spLocks noGrp="1"/>
          </p:cNvSpPr>
          <p:nvPr>
            <p:ph type="title"/>
          </p:nvPr>
        </p:nvSpPr>
        <p:spPr>
          <a:xfrm>
            <a:off x="335999" y="398357"/>
            <a:ext cx="11520000" cy="407988"/>
          </a:xfrm>
        </p:spPr>
        <p:txBody>
          <a:bodyPr/>
          <a:lstStyle/>
          <a:p>
            <a:r>
              <a:rPr lang="en-US" sz="2000" b="1" noProof="1">
                <a:solidFill>
                  <a:srgbClr val="002060"/>
                </a:solidFill>
              </a:rPr>
              <a:t>Framework</a:t>
            </a:r>
          </a:p>
        </p:txBody>
      </p:sp>
      <p:cxnSp>
        <p:nvCxnSpPr>
          <p:cNvPr id="10" name="Conector recto 9">
            <a:extLst>
              <a:ext uri="{FF2B5EF4-FFF2-40B4-BE49-F238E27FC236}">
                <a16:creationId xmlns:a16="http://schemas.microsoft.com/office/drawing/2014/main" id="{6DD1034B-1129-61EA-A363-7E0D2621D526}"/>
              </a:ext>
            </a:extLst>
          </p:cNvPr>
          <p:cNvCxnSpPr>
            <a:cxnSpLocks/>
          </p:cNvCxnSpPr>
          <p:nvPr/>
        </p:nvCxnSpPr>
        <p:spPr>
          <a:xfrm>
            <a:off x="2519026" y="1077827"/>
            <a:ext cx="688519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08C1467A-17D5-8174-476E-FA3798A24DE3}"/>
              </a:ext>
            </a:extLst>
          </p:cNvPr>
          <p:cNvSpPr txBox="1"/>
          <p:nvPr/>
        </p:nvSpPr>
        <p:spPr bwMode="auto">
          <a:xfrm>
            <a:off x="4826534" y="893561"/>
            <a:ext cx="2538930"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002060"/>
                </a:solidFill>
                <a:cs typeface="Helvetica"/>
              </a:rPr>
              <a:t>Kotlin Multiplataforma</a:t>
            </a:r>
          </a:p>
        </p:txBody>
      </p:sp>
      <p:grpSp>
        <p:nvGrpSpPr>
          <p:cNvPr id="27" name="Grupo 26">
            <a:extLst>
              <a:ext uri="{FF2B5EF4-FFF2-40B4-BE49-F238E27FC236}">
                <a16:creationId xmlns:a16="http://schemas.microsoft.com/office/drawing/2014/main" id="{9CDED7BF-75CC-9C04-3B47-3FF76C50FCAC}"/>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AF9C1182-ED89-CF9B-C59B-C1EB41D9C1E4}"/>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B27F1675-390E-D99B-6E3C-A1F0D4863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ángulo 3">
            <a:extLst>
              <a:ext uri="{FF2B5EF4-FFF2-40B4-BE49-F238E27FC236}">
                <a16:creationId xmlns:a16="http://schemas.microsoft.com/office/drawing/2014/main" id="{50E724B8-9B8E-2B96-3301-812CCC84F00F}"/>
              </a:ext>
            </a:extLst>
          </p:cNvPr>
          <p:cNvSpPr/>
          <p:nvPr/>
        </p:nvSpPr>
        <p:spPr>
          <a:xfrm>
            <a:off x="335999" y="1525778"/>
            <a:ext cx="3807632" cy="4677309"/>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6" name="CuadroTexto 5">
            <a:extLst>
              <a:ext uri="{FF2B5EF4-FFF2-40B4-BE49-F238E27FC236}">
                <a16:creationId xmlns:a16="http://schemas.microsoft.com/office/drawing/2014/main" id="{7B6A84EB-862A-5ADF-F6DB-97EBC8E7422E}"/>
              </a:ext>
            </a:extLst>
          </p:cNvPr>
          <p:cNvSpPr txBox="1"/>
          <p:nvPr/>
        </p:nvSpPr>
        <p:spPr bwMode="auto">
          <a:xfrm>
            <a:off x="1518776" y="1354706"/>
            <a:ext cx="1442077"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002060"/>
                </a:solidFill>
                <a:cs typeface="Helvetica"/>
              </a:rPr>
              <a:t>Android</a:t>
            </a:r>
            <a:endParaRPr lang="en-US" sz="1200" b="1" kern="0" noProof="1">
              <a:solidFill>
                <a:srgbClr val="002060"/>
              </a:solidFill>
              <a:cs typeface="Helvetica"/>
            </a:endParaRPr>
          </a:p>
        </p:txBody>
      </p:sp>
      <p:sp>
        <p:nvSpPr>
          <p:cNvPr id="7" name="Marcador de contenido 1">
            <a:extLst>
              <a:ext uri="{FF2B5EF4-FFF2-40B4-BE49-F238E27FC236}">
                <a16:creationId xmlns:a16="http://schemas.microsoft.com/office/drawing/2014/main" id="{29F37A47-7A76-7A1E-1F3D-39C243D08C7E}"/>
              </a:ext>
            </a:extLst>
          </p:cNvPr>
          <p:cNvSpPr txBox="1">
            <a:spLocks/>
          </p:cNvSpPr>
          <p:nvPr/>
        </p:nvSpPr>
        <p:spPr>
          <a:xfrm>
            <a:off x="574416" y="4639724"/>
            <a:ext cx="307648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sz="1400" noProof="1"/>
              <a:t>Maintaining native </a:t>
            </a:r>
            <a:r>
              <a:rPr lang="en-US" sz="1400" b="1" noProof="1"/>
              <a:t>Android libraries </a:t>
            </a:r>
            <a:r>
              <a:rPr lang="en-US" sz="1400" noProof="1"/>
              <a:t>involves managing complex versioning and technical debt, where updating deprecated dependencies often risks breaking existing system logic.</a:t>
            </a:r>
          </a:p>
        </p:txBody>
      </p:sp>
      <p:pic>
        <p:nvPicPr>
          <p:cNvPr id="9" name="Imagen 8" descr="Android Logo PNG Images, Android Symbols, Icon - Free Transparent PNG Logos">
            <a:extLst>
              <a:ext uri="{FF2B5EF4-FFF2-40B4-BE49-F238E27FC236}">
                <a16:creationId xmlns:a16="http://schemas.microsoft.com/office/drawing/2014/main" id="{47EC33BE-D152-D264-ACBD-398E671ABBE0}"/>
              </a:ext>
            </a:extLst>
          </p:cNvPr>
          <p:cNvPicPr>
            <a:picLocks noChangeAspect="1"/>
          </p:cNvPicPr>
          <p:nvPr/>
        </p:nvPicPr>
        <p:blipFill>
          <a:blip r:embed="rId3"/>
          <a:stretch>
            <a:fillRect/>
          </a:stretch>
        </p:blipFill>
        <p:spPr>
          <a:xfrm>
            <a:off x="383212" y="1525778"/>
            <a:ext cx="3713204" cy="2784903"/>
          </a:xfrm>
          <a:prstGeom prst="rect">
            <a:avLst/>
          </a:prstGeom>
        </p:spPr>
      </p:pic>
      <p:sp>
        <p:nvSpPr>
          <p:cNvPr id="14" name="Rectángulo 13">
            <a:extLst>
              <a:ext uri="{FF2B5EF4-FFF2-40B4-BE49-F238E27FC236}">
                <a16:creationId xmlns:a16="http://schemas.microsoft.com/office/drawing/2014/main" id="{FF4213A3-0CB8-5374-CC04-3226DDD273A9}"/>
              </a:ext>
            </a:extLst>
          </p:cNvPr>
          <p:cNvSpPr/>
          <p:nvPr/>
        </p:nvSpPr>
        <p:spPr>
          <a:xfrm>
            <a:off x="8035026" y="1525778"/>
            <a:ext cx="3807632" cy="4677309"/>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15" name="CuadroTexto 14">
            <a:extLst>
              <a:ext uri="{FF2B5EF4-FFF2-40B4-BE49-F238E27FC236}">
                <a16:creationId xmlns:a16="http://schemas.microsoft.com/office/drawing/2014/main" id="{AA1C0CC6-8E1F-F202-8734-D907F3A5486F}"/>
              </a:ext>
            </a:extLst>
          </p:cNvPr>
          <p:cNvSpPr txBox="1"/>
          <p:nvPr/>
        </p:nvSpPr>
        <p:spPr bwMode="auto">
          <a:xfrm>
            <a:off x="9217803" y="1354706"/>
            <a:ext cx="1442077"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002060"/>
                </a:solidFill>
                <a:cs typeface="Helvetica"/>
              </a:rPr>
              <a:t>iOS</a:t>
            </a:r>
            <a:endParaRPr lang="en-US" sz="1200" b="1" kern="0" noProof="1">
              <a:solidFill>
                <a:srgbClr val="002060"/>
              </a:solidFill>
              <a:cs typeface="Helvetica"/>
            </a:endParaRPr>
          </a:p>
        </p:txBody>
      </p:sp>
      <p:sp>
        <p:nvSpPr>
          <p:cNvPr id="16" name="Marcador de contenido 1">
            <a:extLst>
              <a:ext uri="{FF2B5EF4-FFF2-40B4-BE49-F238E27FC236}">
                <a16:creationId xmlns:a16="http://schemas.microsoft.com/office/drawing/2014/main" id="{E9E8330C-A06D-D7B1-FC29-D1F0D8300E91}"/>
              </a:ext>
            </a:extLst>
          </p:cNvPr>
          <p:cNvSpPr txBox="1">
            <a:spLocks/>
          </p:cNvSpPr>
          <p:nvPr/>
        </p:nvSpPr>
        <p:spPr>
          <a:xfrm>
            <a:off x="8152905" y="4639723"/>
            <a:ext cx="357187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sz="1400" b="1" noProof="1"/>
              <a:t>Swift development </a:t>
            </a:r>
            <a:r>
              <a:rPr lang="en-US" sz="1400" noProof="1"/>
              <a:t>faces similar hurdles with </a:t>
            </a:r>
            <a:r>
              <a:rPr lang="en-US" sz="1400" b="1" noProof="1"/>
              <a:t>third-party library </a:t>
            </a:r>
            <a:r>
              <a:rPr lang="en-US" sz="1400" noProof="1"/>
              <a:t>lifecycle management; sourcing modern alternatives for discontinued components requires significant refactoring to maintain performance.</a:t>
            </a:r>
          </a:p>
        </p:txBody>
      </p:sp>
      <p:pic>
        <p:nvPicPr>
          <p:cNvPr id="13" name="Imagen 12" descr="File:IOS logo.svg - Wikimedia Commons">
            <a:extLst>
              <a:ext uri="{FF2B5EF4-FFF2-40B4-BE49-F238E27FC236}">
                <a16:creationId xmlns:a16="http://schemas.microsoft.com/office/drawing/2014/main" id="{9BFCE040-F329-79B9-FA2C-EF070D5CFDA7}"/>
              </a:ext>
            </a:extLst>
          </p:cNvPr>
          <p:cNvPicPr>
            <a:picLocks noChangeAspect="1"/>
          </p:cNvPicPr>
          <p:nvPr/>
        </p:nvPicPr>
        <p:blipFill>
          <a:blip r:embed="rId4"/>
          <a:stretch>
            <a:fillRect/>
          </a:stretch>
        </p:blipFill>
        <p:spPr>
          <a:xfrm>
            <a:off x="9096838" y="2065214"/>
            <a:ext cx="1684003" cy="1684003"/>
          </a:xfrm>
          <a:prstGeom prst="rect">
            <a:avLst/>
          </a:prstGeom>
        </p:spPr>
      </p:pic>
      <p:pic>
        <p:nvPicPr>
          <p:cNvPr id="18" name="Imagen 17" descr="Getting started with Kotlin MultiPlatform">
            <a:extLst>
              <a:ext uri="{FF2B5EF4-FFF2-40B4-BE49-F238E27FC236}">
                <a16:creationId xmlns:a16="http://schemas.microsoft.com/office/drawing/2014/main" id="{8D10713A-D31C-C2E7-425C-525A02CEA6A4}"/>
              </a:ext>
            </a:extLst>
          </p:cNvPr>
          <p:cNvPicPr>
            <a:picLocks noChangeAspect="1"/>
          </p:cNvPicPr>
          <p:nvPr/>
        </p:nvPicPr>
        <p:blipFill>
          <a:blip r:embed="rId5"/>
          <a:srcRect l="31240" t="24624" r="32512" b="25716"/>
          <a:stretch>
            <a:fillRect/>
          </a:stretch>
        </p:blipFill>
        <p:spPr>
          <a:xfrm>
            <a:off x="4637903" y="2114128"/>
            <a:ext cx="2817340" cy="2573202"/>
          </a:xfrm>
          <a:prstGeom prst="rect">
            <a:avLst/>
          </a:prstGeom>
        </p:spPr>
      </p:pic>
      <p:sp>
        <p:nvSpPr>
          <p:cNvPr id="19" name="Triángulo 18">
            <a:extLst>
              <a:ext uri="{FF2B5EF4-FFF2-40B4-BE49-F238E27FC236}">
                <a16:creationId xmlns:a16="http://schemas.microsoft.com/office/drawing/2014/main" id="{047AA7E0-1D06-237F-B0C8-F54A6608DA48}"/>
              </a:ext>
            </a:extLst>
          </p:cNvPr>
          <p:cNvSpPr/>
          <p:nvPr/>
        </p:nvSpPr>
        <p:spPr>
          <a:xfrm rot="5400000">
            <a:off x="2571958" y="3749901"/>
            <a:ext cx="3426940" cy="100879"/>
          </a:xfrm>
          <a:prstGeom prst="triangle">
            <a:avLst/>
          </a:prstGeom>
          <a:solidFill>
            <a:srgbClr val="023A73"/>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sp>
        <p:nvSpPr>
          <p:cNvPr id="20" name="Triángulo 19">
            <a:extLst>
              <a:ext uri="{FF2B5EF4-FFF2-40B4-BE49-F238E27FC236}">
                <a16:creationId xmlns:a16="http://schemas.microsoft.com/office/drawing/2014/main" id="{B2138DA2-EBF6-E9BE-F744-F6384D5C13C0}"/>
              </a:ext>
            </a:extLst>
          </p:cNvPr>
          <p:cNvSpPr/>
          <p:nvPr/>
        </p:nvSpPr>
        <p:spPr>
          <a:xfrm rot="16200000">
            <a:off x="6188086" y="3749901"/>
            <a:ext cx="3426940" cy="100879"/>
          </a:xfrm>
          <a:prstGeom prst="triangle">
            <a:avLst/>
          </a:prstGeom>
          <a:solidFill>
            <a:srgbClr val="023A73"/>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sp>
        <p:nvSpPr>
          <p:cNvPr id="25" name="CuadroTexto 24">
            <a:extLst>
              <a:ext uri="{FF2B5EF4-FFF2-40B4-BE49-F238E27FC236}">
                <a16:creationId xmlns:a16="http://schemas.microsoft.com/office/drawing/2014/main" id="{32B22B45-D1CB-5A0A-8469-760E1F11DC1C}"/>
              </a:ext>
            </a:extLst>
          </p:cNvPr>
          <p:cNvSpPr txBox="1"/>
          <p:nvPr/>
        </p:nvSpPr>
        <p:spPr bwMode="auto">
          <a:xfrm>
            <a:off x="5179457" y="4762380"/>
            <a:ext cx="1887654"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r>
              <a:rPr lang="en-US" noProof="1">
                <a:solidFill>
                  <a:srgbClr val="002060"/>
                </a:solidFill>
              </a:rPr>
              <a:t>Centralize Core Business Logic</a:t>
            </a:r>
          </a:p>
        </p:txBody>
      </p:sp>
    </p:spTree>
    <p:extLst>
      <p:ext uri="{BB962C8B-B14F-4D97-AF65-F5344CB8AC3E}">
        <p14:creationId xmlns:p14="http://schemas.microsoft.com/office/powerpoint/2010/main" val="368752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5ADE54A-3356-4C83-8793-B31D503FB7FF}"/>
              </a:ext>
            </a:extLst>
          </p:cNvPr>
          <p:cNvSpPr txBox="1"/>
          <p:nvPr/>
        </p:nvSpPr>
        <p:spPr bwMode="auto">
          <a:xfrm>
            <a:off x="336000" y="4754111"/>
            <a:ext cx="1332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defPPr>
              <a:defRPr lang="en-US"/>
            </a:defPPr>
            <a:lvl1pPr marR="0" lvl="0" indent="0" algn="ctr" defTabSz="914400" eaLnBrk="0" fontAlgn="base" hangingPunct="0">
              <a:lnSpc>
                <a:spcPct val="100000"/>
              </a:lnSpc>
              <a:spcBef>
                <a:spcPct val="20000"/>
              </a:spcBef>
              <a:spcAft>
                <a:spcPct val="0"/>
              </a:spcAft>
              <a:buClr>
                <a:srgbClr val="002060"/>
              </a:buClr>
              <a:buSzTx/>
              <a:buFont typeface="Wingdings" pitchFamily="2" charset="2"/>
              <a:buNone/>
              <a:tabLst/>
              <a:defRPr sz="3200" b="0">
                <a:solidFill>
                  <a:schemeClr val="tx1">
                    <a:lumMod val="75000"/>
                    <a:lumOff val="25000"/>
                  </a:schemeClr>
                </a:solidFill>
                <a:latin typeface="+mj-lt"/>
                <a:cs typeface="Calibri" panose="020F0502020204030204" pitchFamily="34" charset="0"/>
              </a:defRPr>
            </a:lvl1pPr>
            <a:lvl2pPr marL="531800" indent="-179384" eaLnBrk="0" fontAlgn="base" hangingPunct="0">
              <a:spcBef>
                <a:spcPct val="20000"/>
              </a:spcBef>
              <a:spcAft>
                <a:spcPct val="0"/>
              </a:spcAft>
              <a:buClr>
                <a:schemeClr val="bg2"/>
              </a:buClr>
              <a:buFont typeface="Wingdings" pitchFamily="2" charset="2"/>
              <a:buChar char="§"/>
              <a:defRPr sz="1200"/>
            </a:lvl2pPr>
            <a:lvl3pPr marL="711182" indent="203195" eaLnBrk="0" fontAlgn="base" hangingPunct="0">
              <a:spcBef>
                <a:spcPct val="20000"/>
              </a:spcBef>
              <a:spcAft>
                <a:spcPct val="0"/>
              </a:spcAft>
              <a:buChar char="•"/>
              <a:defRPr sz="1200"/>
            </a:lvl3pPr>
            <a:lvl4pPr marL="1076298" indent="-185734" eaLnBrk="0" fontAlgn="base" hangingPunct="0">
              <a:spcBef>
                <a:spcPct val="20000"/>
              </a:spcBef>
              <a:spcAft>
                <a:spcPct val="0"/>
              </a:spcAft>
              <a:buClr>
                <a:schemeClr val="bg2"/>
              </a:buClr>
              <a:buFont typeface="Arial" charset="0"/>
              <a:buChar char="–"/>
              <a:defRPr sz="1200"/>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lvl="0"/>
            <a:r>
              <a:rPr lang="en-US" sz="8000" b="1" noProof="1">
                <a:solidFill>
                  <a:srgbClr val="002060"/>
                </a:solidFill>
              </a:rPr>
              <a:t>02</a:t>
            </a:r>
          </a:p>
        </p:txBody>
      </p:sp>
      <p:sp>
        <p:nvSpPr>
          <p:cNvPr id="4" name="Marcador de texto 3">
            <a:extLst>
              <a:ext uri="{FF2B5EF4-FFF2-40B4-BE49-F238E27FC236}">
                <a16:creationId xmlns:a16="http://schemas.microsoft.com/office/drawing/2014/main" id="{C6B8CD8A-9A18-F675-184C-455B8A40154D}"/>
              </a:ext>
            </a:extLst>
          </p:cNvPr>
          <p:cNvSpPr txBox="1">
            <a:spLocks/>
          </p:cNvSpPr>
          <p:nvPr/>
        </p:nvSpPr>
        <p:spPr bwMode="auto">
          <a:xfrm>
            <a:off x="1709938" y="5351708"/>
            <a:ext cx="5112000" cy="5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marL="0" marR="0" lvl="0" indent="0" defTabSz="914400" rtl="0" eaLnBrk="0" fontAlgn="base" latinLnBrk="0" hangingPunct="0">
              <a:lnSpc>
                <a:spcPct val="100000"/>
              </a:lnSpc>
              <a:spcBef>
                <a:spcPct val="20000"/>
              </a:spcBef>
              <a:spcAft>
                <a:spcPct val="0"/>
              </a:spcAft>
              <a:buClr>
                <a:srgbClr val="002060"/>
              </a:buClr>
              <a:buSzTx/>
              <a:buFont typeface="Wingdings" pitchFamily="2" charset="2"/>
              <a:buNone/>
              <a:tabLst/>
              <a:defRPr/>
            </a:pPr>
            <a:r>
              <a:rPr lang="en-US" sz="3200" b="0" noProof="1">
                <a:solidFill>
                  <a:schemeClr val="tx1">
                    <a:lumMod val="75000"/>
                    <a:lumOff val="25000"/>
                  </a:schemeClr>
                </a:solidFill>
                <a:cs typeface="Calibri" panose="020F0502020204030204" pitchFamily="34" charset="0"/>
              </a:rPr>
              <a:t>Problem</a:t>
            </a:r>
          </a:p>
        </p:txBody>
      </p:sp>
    </p:spTree>
    <p:extLst>
      <p:ext uri="{BB962C8B-B14F-4D97-AF65-F5344CB8AC3E}">
        <p14:creationId xmlns:p14="http://schemas.microsoft.com/office/powerpoint/2010/main" val="405055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088DE-C478-25DF-5E4C-6E99CE107AAD}"/>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22AC088B-B309-0AB8-E235-1E91C9D93F45}"/>
              </a:ext>
            </a:extLst>
          </p:cNvPr>
          <p:cNvSpPr>
            <a:spLocks noGrp="1"/>
          </p:cNvSpPr>
          <p:nvPr>
            <p:ph type="title"/>
          </p:nvPr>
        </p:nvSpPr>
        <p:spPr>
          <a:xfrm>
            <a:off x="335999" y="398357"/>
            <a:ext cx="11520000" cy="407988"/>
          </a:xfrm>
        </p:spPr>
        <p:txBody>
          <a:bodyPr/>
          <a:lstStyle/>
          <a:p>
            <a:r>
              <a:rPr lang="en-US" b="1" noProof="1">
                <a:solidFill>
                  <a:srgbClr val="002060"/>
                </a:solidFill>
              </a:rPr>
              <a:t>Definition of Problem</a:t>
            </a:r>
          </a:p>
        </p:txBody>
      </p:sp>
      <p:sp>
        <p:nvSpPr>
          <p:cNvPr id="12" name="Marcador de contenido 1">
            <a:extLst>
              <a:ext uri="{FF2B5EF4-FFF2-40B4-BE49-F238E27FC236}">
                <a16:creationId xmlns:a16="http://schemas.microsoft.com/office/drawing/2014/main" id="{83EB1E76-5238-6405-ACEF-32783BC4FFF6}"/>
              </a:ext>
            </a:extLst>
          </p:cNvPr>
          <p:cNvSpPr txBox="1">
            <a:spLocks/>
          </p:cNvSpPr>
          <p:nvPr/>
        </p:nvSpPr>
        <p:spPr>
          <a:xfrm>
            <a:off x="504533" y="5813760"/>
            <a:ext cx="7715515" cy="307777"/>
          </a:xfrm>
          <a:prstGeom prst="rect">
            <a:avLst/>
          </a:prstGeom>
          <a:solidFill>
            <a:schemeClr val="bg1">
              <a:lumMod val="95000"/>
            </a:schemeClr>
          </a:solid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lgn="ctr">
              <a:buNone/>
            </a:pPr>
            <a:r>
              <a:rPr lang="en-US" sz="1400" noProof="1">
                <a:solidFill>
                  <a:schemeClr val="tx1"/>
                </a:solidFill>
              </a:rPr>
              <a:t>Bot PR → CI Red → Stuck PR → Backlog/Noise → Unplanned Work</a:t>
            </a:r>
            <a:endParaRPr lang="en-US" sz="1400" b="1" noProof="1">
              <a:solidFill>
                <a:schemeClr val="tx1"/>
              </a:solidFill>
            </a:endParaRPr>
          </a:p>
        </p:txBody>
      </p:sp>
      <p:sp>
        <p:nvSpPr>
          <p:cNvPr id="24" name="Rectángulo 23">
            <a:extLst>
              <a:ext uri="{FF2B5EF4-FFF2-40B4-BE49-F238E27FC236}">
                <a16:creationId xmlns:a16="http://schemas.microsoft.com/office/drawing/2014/main" id="{DCAA7588-DD27-9AA3-AEA2-9BC8E1C7D6A6}"/>
              </a:ext>
            </a:extLst>
          </p:cNvPr>
          <p:cNvSpPr/>
          <p:nvPr/>
        </p:nvSpPr>
        <p:spPr>
          <a:xfrm>
            <a:off x="504532" y="1095334"/>
            <a:ext cx="2830295" cy="4508329"/>
          </a:xfrm>
          <a:prstGeom prst="rect">
            <a:avLst/>
          </a:prstGeom>
          <a:noFill/>
          <a:ln w="19050" cmpd="sng">
            <a:solidFill>
              <a:schemeClr val="tx1">
                <a:lumMod val="75000"/>
                <a:lumOff val="25000"/>
              </a:schemeClr>
            </a:solidFill>
            <a:prstDash val="dash"/>
            <a:round/>
            <a:headEnd/>
            <a:tailEnd/>
          </a:ln>
        </p:spPr>
        <p:txBody>
          <a:bodyPr wrap="none" rtlCol="0" anchor="ctr"/>
          <a:lstStyle/>
          <a:p>
            <a:pPr algn="ctr"/>
            <a:endParaRPr lang="en-US" sz="2400" noProof="1">
              <a:latin typeface="Arial" panose="020B0604020202020204" pitchFamily="34" charset="0"/>
              <a:cs typeface="Arial" charset="0"/>
            </a:endParaRPr>
          </a:p>
        </p:txBody>
      </p:sp>
      <p:sp>
        <p:nvSpPr>
          <p:cNvPr id="25" name="CuadroTexto 24">
            <a:extLst>
              <a:ext uri="{FF2B5EF4-FFF2-40B4-BE49-F238E27FC236}">
                <a16:creationId xmlns:a16="http://schemas.microsoft.com/office/drawing/2014/main" id="{4FC68252-19AE-7E44-294D-1636C4C54E03}"/>
              </a:ext>
            </a:extLst>
          </p:cNvPr>
          <p:cNvSpPr txBox="1"/>
          <p:nvPr/>
        </p:nvSpPr>
        <p:spPr bwMode="auto">
          <a:xfrm>
            <a:off x="977869" y="890351"/>
            <a:ext cx="1817891"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002060"/>
                </a:solidFill>
                <a:cs typeface="Helvetica"/>
              </a:rPr>
              <a:t>Framework</a:t>
            </a:r>
            <a:endParaRPr lang="en-US" sz="1000" b="1" kern="0" noProof="1">
              <a:solidFill>
                <a:srgbClr val="002060"/>
              </a:solidFill>
              <a:cs typeface="Helvetica"/>
            </a:endParaRPr>
          </a:p>
        </p:txBody>
      </p:sp>
      <p:grpSp>
        <p:nvGrpSpPr>
          <p:cNvPr id="4" name="Grupo 3">
            <a:extLst>
              <a:ext uri="{FF2B5EF4-FFF2-40B4-BE49-F238E27FC236}">
                <a16:creationId xmlns:a16="http://schemas.microsoft.com/office/drawing/2014/main" id="{11142C21-0A6C-08F7-DD8D-679C8C286E5E}"/>
              </a:ext>
            </a:extLst>
          </p:cNvPr>
          <p:cNvGrpSpPr/>
          <p:nvPr/>
        </p:nvGrpSpPr>
        <p:grpSpPr>
          <a:xfrm>
            <a:off x="10717427" y="0"/>
            <a:ext cx="1210962" cy="395562"/>
            <a:chOff x="10717427" y="0"/>
            <a:chExt cx="1210962" cy="395562"/>
          </a:xfrm>
        </p:grpSpPr>
        <p:sp>
          <p:nvSpPr>
            <p:cNvPr id="5" name="Rectángulo 4">
              <a:extLst>
                <a:ext uri="{FF2B5EF4-FFF2-40B4-BE49-F238E27FC236}">
                  <a16:creationId xmlns:a16="http://schemas.microsoft.com/office/drawing/2014/main" id="{23F7726A-676C-B560-E946-4E7EA7A3DD29}"/>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6" name="Picture 4">
              <a:extLst>
                <a:ext uri="{FF2B5EF4-FFF2-40B4-BE49-F238E27FC236}">
                  <a16:creationId xmlns:a16="http://schemas.microsoft.com/office/drawing/2014/main" id="{94B62F00-6737-4B3D-F300-F9020E805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Marcador de contenido 1">
            <a:extLst>
              <a:ext uri="{FF2B5EF4-FFF2-40B4-BE49-F238E27FC236}">
                <a16:creationId xmlns:a16="http://schemas.microsoft.com/office/drawing/2014/main" id="{F023B7A8-6025-8786-8ACE-3F13FDA9B82E}"/>
              </a:ext>
            </a:extLst>
          </p:cNvPr>
          <p:cNvSpPr txBox="1">
            <a:spLocks/>
          </p:cNvSpPr>
          <p:nvPr/>
        </p:nvSpPr>
        <p:spPr>
          <a:xfrm>
            <a:off x="616971" y="1437479"/>
            <a:ext cx="2605416" cy="3498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342900" indent="-342900" algn="l">
              <a:spcBef>
                <a:spcPts val="200"/>
              </a:spcBef>
              <a:spcAft>
                <a:spcPts val="200"/>
              </a:spcAft>
              <a:buFont typeface="+mj-lt"/>
              <a:buAutoNum type="arabicPeriod"/>
            </a:pPr>
            <a:r>
              <a:rPr lang="en-US" sz="1300" noProof="1"/>
              <a:t>Tools like </a:t>
            </a:r>
            <a:r>
              <a:rPr lang="en-US" sz="1300" b="1" noProof="1">
                <a:solidFill>
                  <a:srgbClr val="002060"/>
                </a:solidFill>
              </a:rPr>
              <a:t>Dependabot / Renovate</a:t>
            </a:r>
            <a:r>
              <a:rPr lang="en-US" sz="1300" noProof="1">
                <a:solidFill>
                  <a:srgbClr val="C00000"/>
                </a:solidFill>
              </a:rPr>
              <a:t> </a:t>
            </a:r>
            <a:r>
              <a:rPr lang="en-US" sz="1300" noProof="1"/>
              <a:t>automatically open PRs for security or version updates. [3][4][5]</a:t>
            </a:r>
          </a:p>
          <a:p>
            <a:pPr marL="342900" indent="-342900" algn="l">
              <a:spcBef>
                <a:spcPts val="200"/>
              </a:spcBef>
              <a:spcAft>
                <a:spcPts val="200"/>
              </a:spcAft>
              <a:buFont typeface="+mj-lt"/>
              <a:buAutoNum type="arabicPeriod"/>
            </a:pPr>
            <a:endParaRPr lang="en-US" sz="1300" noProof="1"/>
          </a:p>
          <a:p>
            <a:pPr marL="342900" indent="-342900" algn="l">
              <a:spcBef>
                <a:spcPts val="200"/>
              </a:spcBef>
              <a:spcAft>
                <a:spcPts val="200"/>
              </a:spcAft>
              <a:buFont typeface="+mj-lt"/>
              <a:buAutoNum type="arabicPeriod"/>
            </a:pPr>
            <a:r>
              <a:rPr lang="en-US" sz="1300" noProof="1"/>
              <a:t>Updates frequently trigger </a:t>
            </a:r>
            <a:r>
              <a:rPr lang="en-US" sz="1300" b="1" noProof="1">
                <a:solidFill>
                  <a:srgbClr val="002060"/>
                </a:solidFill>
              </a:rPr>
              <a:t>breaking changes</a:t>
            </a:r>
            <a:r>
              <a:rPr lang="en-US" sz="1300" noProof="1"/>
              <a:t>, including compilation errors, modified APIs, broken tests, or runtime bugs.[6][7]</a:t>
            </a:r>
          </a:p>
          <a:p>
            <a:pPr marL="342900" indent="-342900" algn="l">
              <a:spcBef>
                <a:spcPts val="200"/>
              </a:spcBef>
              <a:spcAft>
                <a:spcPts val="200"/>
              </a:spcAft>
              <a:buFont typeface="+mj-lt"/>
              <a:buAutoNum type="arabicPeriod"/>
            </a:pPr>
            <a:endParaRPr lang="en-US" sz="1300" noProof="1"/>
          </a:p>
          <a:p>
            <a:pPr marL="342900" indent="-342900" algn="l">
              <a:spcBef>
                <a:spcPts val="200"/>
              </a:spcBef>
              <a:spcAft>
                <a:spcPts val="200"/>
              </a:spcAft>
              <a:buFont typeface="+mj-lt"/>
              <a:buAutoNum type="arabicPeriod"/>
            </a:pPr>
            <a:r>
              <a:rPr lang="en-US" sz="1300" noProof="1"/>
              <a:t>On practice, breaking is common: in Maven, approximately </a:t>
            </a:r>
            <a:r>
              <a:rPr lang="en-US" sz="1300" b="1" noProof="1">
                <a:solidFill>
                  <a:srgbClr val="002060"/>
                </a:solidFill>
              </a:rPr>
              <a:t>1 in every 3 releases</a:t>
            </a:r>
            <a:r>
              <a:rPr lang="en-US" sz="1300" noProof="1"/>
              <a:t> introduces at least one breaking change.[6]</a:t>
            </a:r>
          </a:p>
        </p:txBody>
      </p:sp>
      <p:sp>
        <p:nvSpPr>
          <p:cNvPr id="9" name="Marcador de contenido 1">
            <a:extLst>
              <a:ext uri="{FF2B5EF4-FFF2-40B4-BE49-F238E27FC236}">
                <a16:creationId xmlns:a16="http://schemas.microsoft.com/office/drawing/2014/main" id="{DED8E6C4-67E4-3CBD-60D3-345CA028EF71}"/>
              </a:ext>
            </a:extLst>
          </p:cNvPr>
          <p:cNvSpPr txBox="1">
            <a:spLocks/>
          </p:cNvSpPr>
          <p:nvPr/>
        </p:nvSpPr>
        <p:spPr>
          <a:xfrm>
            <a:off x="3888786" y="1437479"/>
            <a:ext cx="41382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342900" indent="-342900">
              <a:buFont typeface="+mj-lt"/>
              <a:buAutoNum type="arabicPeriod"/>
            </a:pPr>
            <a:r>
              <a:rPr lang="en-US" sz="1300" noProof="1"/>
              <a:t>Falling behind on versions increases security </a:t>
            </a:r>
            <a:r>
              <a:rPr lang="en-US" sz="1300" b="1" noProof="1">
                <a:solidFill>
                  <a:srgbClr val="C00000"/>
                </a:solidFill>
              </a:rPr>
              <a:t>vulnerabilities</a:t>
            </a:r>
            <a:r>
              <a:rPr lang="en-US" sz="1300" noProof="1"/>
              <a:t>. [2]</a:t>
            </a:r>
          </a:p>
          <a:p>
            <a:pPr marL="342900" indent="-342900">
              <a:buFont typeface="+mj-lt"/>
              <a:buAutoNum type="arabicPeriod"/>
            </a:pPr>
            <a:endParaRPr lang="en-US" sz="1300" noProof="1"/>
          </a:p>
          <a:p>
            <a:pPr marL="342900" indent="-342900">
              <a:buFont typeface="+mj-lt"/>
              <a:buAutoNum type="arabicPeriod"/>
            </a:pPr>
            <a:r>
              <a:rPr lang="en-US" sz="1300" noProof="1"/>
              <a:t>Broken </a:t>
            </a:r>
            <a:r>
              <a:rPr lang="en-US" sz="1300" b="1" noProof="1">
                <a:solidFill>
                  <a:srgbClr val="C00000"/>
                </a:solidFill>
              </a:rPr>
              <a:t>PRs delay patching</a:t>
            </a:r>
            <a:r>
              <a:rPr lang="en-US" sz="1300" noProof="1"/>
              <a:t>, increasing system exposure and non-compliance risk. [9]</a:t>
            </a:r>
          </a:p>
          <a:p>
            <a:pPr marL="342900" indent="-342900">
              <a:buFont typeface="+mj-lt"/>
              <a:buAutoNum type="arabicPeriod"/>
            </a:pPr>
            <a:endParaRPr lang="en-US" sz="1300" noProof="1"/>
          </a:p>
          <a:p>
            <a:pPr marL="342900" indent="-342900">
              <a:buFont typeface="+mj-lt"/>
              <a:buAutoNum type="arabicPeriod"/>
            </a:pPr>
            <a:r>
              <a:rPr lang="en-US" sz="1300" noProof="1"/>
              <a:t>The core challenge lies in identifying exactly </a:t>
            </a:r>
            <a:r>
              <a:rPr lang="en-US" sz="1300" b="1" noProof="1">
                <a:solidFill>
                  <a:srgbClr val="C00000"/>
                </a:solidFill>
              </a:rPr>
              <a:t>what broke</a:t>
            </a:r>
            <a:r>
              <a:rPr lang="en-US" sz="1300" noProof="1"/>
              <a:t>, where the API is utilized (directly or transitively), and executing a correct migration. [7]</a:t>
            </a:r>
          </a:p>
          <a:p>
            <a:pPr marL="342900" indent="-342900">
              <a:buFont typeface="+mj-lt"/>
              <a:buAutoNum type="arabicPeriod"/>
            </a:pPr>
            <a:endParaRPr lang="en-US" sz="1300" noProof="1"/>
          </a:p>
          <a:p>
            <a:pPr marL="342900" indent="-342900">
              <a:buFont typeface="+mj-lt"/>
              <a:buAutoNum type="arabicPeriod"/>
            </a:pPr>
            <a:r>
              <a:rPr lang="en-US" sz="1300" noProof="1"/>
              <a:t>Bots rely on CI, but coverage is limited: </a:t>
            </a:r>
            <a:r>
              <a:rPr lang="en-US" sz="1300" b="1" noProof="1">
                <a:solidFill>
                  <a:srgbClr val="C00000"/>
                </a:solidFill>
              </a:rPr>
              <a:t>~58%</a:t>
            </a:r>
            <a:r>
              <a:rPr lang="en-US" sz="1300" noProof="1">
                <a:solidFill>
                  <a:srgbClr val="C00000"/>
                </a:solidFill>
              </a:rPr>
              <a:t> </a:t>
            </a:r>
            <a:r>
              <a:rPr lang="en-US" sz="1300" noProof="1"/>
              <a:t>for direct dependency calls and </a:t>
            </a:r>
            <a:r>
              <a:rPr lang="en-US" sz="1300" b="1" noProof="1">
                <a:solidFill>
                  <a:srgbClr val="C00000"/>
                </a:solidFill>
              </a:rPr>
              <a:t>~21%</a:t>
            </a:r>
            <a:r>
              <a:rPr lang="en-US" sz="1300" noProof="1">
                <a:solidFill>
                  <a:srgbClr val="C00000"/>
                </a:solidFill>
              </a:rPr>
              <a:t> </a:t>
            </a:r>
            <a:r>
              <a:rPr lang="en-US" sz="1300" noProof="1"/>
              <a:t>for transitive calls (Java). [10]</a:t>
            </a:r>
          </a:p>
        </p:txBody>
      </p:sp>
      <p:sp>
        <p:nvSpPr>
          <p:cNvPr id="36" name="Rectángulo 35">
            <a:extLst>
              <a:ext uri="{FF2B5EF4-FFF2-40B4-BE49-F238E27FC236}">
                <a16:creationId xmlns:a16="http://schemas.microsoft.com/office/drawing/2014/main" id="{CD8CA024-C099-AB17-0660-B39991000156}"/>
              </a:ext>
            </a:extLst>
          </p:cNvPr>
          <p:cNvSpPr/>
          <p:nvPr/>
        </p:nvSpPr>
        <p:spPr>
          <a:xfrm>
            <a:off x="3695724" y="1095334"/>
            <a:ext cx="4524324" cy="4511618"/>
          </a:xfrm>
          <a:prstGeom prst="rect">
            <a:avLst/>
          </a:prstGeom>
          <a:noFill/>
          <a:ln w="19050" cmpd="sng">
            <a:solidFill>
              <a:srgbClr val="C00000"/>
            </a:solidFill>
            <a:prstDash val="dash"/>
            <a:round/>
            <a:headEnd/>
            <a:tailEnd/>
          </a:ln>
        </p:spPr>
        <p:txBody>
          <a:bodyPr wrap="none" rtlCol="0" anchor="ctr"/>
          <a:lstStyle/>
          <a:p>
            <a:pPr algn="ctr"/>
            <a:endParaRPr lang="en-US" sz="2400" noProof="1">
              <a:latin typeface="Arial" panose="020B0604020202020204" pitchFamily="34" charset="0"/>
              <a:cs typeface="Arial" charset="0"/>
            </a:endParaRPr>
          </a:p>
        </p:txBody>
      </p:sp>
      <p:sp>
        <p:nvSpPr>
          <p:cNvPr id="37" name="CuadroTexto 36">
            <a:extLst>
              <a:ext uri="{FF2B5EF4-FFF2-40B4-BE49-F238E27FC236}">
                <a16:creationId xmlns:a16="http://schemas.microsoft.com/office/drawing/2014/main" id="{F8715164-8315-75AD-8FB8-EE0E1B8406D5}"/>
              </a:ext>
            </a:extLst>
          </p:cNvPr>
          <p:cNvSpPr txBox="1"/>
          <p:nvPr/>
        </p:nvSpPr>
        <p:spPr bwMode="auto">
          <a:xfrm>
            <a:off x="5061823" y="890351"/>
            <a:ext cx="1817891"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eaLnBrk="1" hangingPunct="1">
              <a:lnSpc>
                <a:spcPct val="110000"/>
              </a:lnSpc>
              <a:spcAft>
                <a:spcPts val="0"/>
              </a:spcAft>
            </a:pPr>
            <a:r>
              <a:rPr lang="en-US" sz="1600" b="1" kern="0" noProof="1">
                <a:solidFill>
                  <a:srgbClr val="C00000"/>
                </a:solidFill>
                <a:cs typeface="Helvetica"/>
              </a:rPr>
              <a:t>Costs</a:t>
            </a:r>
            <a:endParaRPr lang="en-US" sz="1000" b="1" kern="0" noProof="1">
              <a:solidFill>
                <a:srgbClr val="C00000"/>
              </a:solidFill>
              <a:cs typeface="Helvetica"/>
            </a:endParaRPr>
          </a:p>
        </p:txBody>
      </p:sp>
      <p:pic>
        <p:nvPicPr>
          <p:cNvPr id="47" name="Imagen 46" descr="un fondo negro con cuadrados rojos, blancos y azules">
            <a:extLst>
              <a:ext uri="{FF2B5EF4-FFF2-40B4-BE49-F238E27FC236}">
                <a16:creationId xmlns:a16="http://schemas.microsoft.com/office/drawing/2014/main" id="{538DA1AD-7DD8-4B4F-03F1-65BE20BF9784}"/>
              </a:ext>
            </a:extLst>
          </p:cNvPr>
          <p:cNvPicPr>
            <a:picLocks noChangeAspect="1"/>
          </p:cNvPicPr>
          <p:nvPr/>
        </p:nvPicPr>
        <p:blipFill>
          <a:blip r:embed="rId3"/>
          <a:stretch>
            <a:fillRect/>
          </a:stretch>
        </p:blipFill>
        <p:spPr>
          <a:xfrm>
            <a:off x="8425993" y="1092045"/>
            <a:ext cx="3383713" cy="4511618"/>
          </a:xfrm>
          <a:prstGeom prst="rect">
            <a:avLst/>
          </a:prstGeom>
        </p:spPr>
      </p:pic>
      <p:sp>
        <p:nvSpPr>
          <p:cNvPr id="49" name="CuadroTexto 48">
            <a:extLst>
              <a:ext uri="{FF2B5EF4-FFF2-40B4-BE49-F238E27FC236}">
                <a16:creationId xmlns:a16="http://schemas.microsoft.com/office/drawing/2014/main" id="{E4990FF5-52AC-8A93-F077-F77D9B64B278}"/>
              </a:ext>
            </a:extLst>
          </p:cNvPr>
          <p:cNvSpPr txBox="1"/>
          <p:nvPr/>
        </p:nvSpPr>
        <p:spPr bwMode="auto">
          <a:xfrm>
            <a:off x="8369678" y="5603663"/>
            <a:ext cx="338371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800" noProof="1"/>
              <a:t>El software depende de muchas librerías/SDKs/plugins que cambian constantemente.</a:t>
            </a:r>
          </a:p>
        </p:txBody>
      </p:sp>
    </p:spTree>
    <p:extLst>
      <p:ext uri="{BB962C8B-B14F-4D97-AF65-F5344CB8AC3E}">
        <p14:creationId xmlns:p14="http://schemas.microsoft.com/office/powerpoint/2010/main" val="3604775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82C21-5EC6-E9BA-30A1-B800E37EE8F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54FFADB-8CFD-589F-233E-D6AC232F5E42}"/>
              </a:ext>
            </a:extLst>
          </p:cNvPr>
          <p:cNvSpPr txBox="1"/>
          <p:nvPr/>
        </p:nvSpPr>
        <p:spPr bwMode="auto">
          <a:xfrm>
            <a:off x="237146" y="4781735"/>
            <a:ext cx="351107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defPPr>
              <a:defRPr lang="en-US"/>
            </a:defPPr>
            <a:lvl1pPr marR="0" lvl="0" indent="0" algn="ctr" defTabSz="914400" eaLnBrk="0" fontAlgn="base" hangingPunct="0">
              <a:lnSpc>
                <a:spcPct val="100000"/>
              </a:lnSpc>
              <a:spcBef>
                <a:spcPct val="20000"/>
              </a:spcBef>
              <a:spcAft>
                <a:spcPct val="0"/>
              </a:spcAft>
              <a:buClr>
                <a:srgbClr val="002060"/>
              </a:buClr>
              <a:buSzTx/>
              <a:buFont typeface="Wingdings" pitchFamily="2" charset="2"/>
              <a:buNone/>
              <a:tabLst/>
              <a:defRPr sz="3200" b="0">
                <a:solidFill>
                  <a:schemeClr val="tx1">
                    <a:lumMod val="75000"/>
                    <a:lumOff val="25000"/>
                  </a:schemeClr>
                </a:solidFill>
                <a:latin typeface="+mj-lt"/>
                <a:cs typeface="Calibri" panose="020F0502020204030204" pitchFamily="34" charset="0"/>
              </a:defRPr>
            </a:lvl1pPr>
            <a:lvl2pPr marL="531800" indent="-179384" eaLnBrk="0" fontAlgn="base" hangingPunct="0">
              <a:spcBef>
                <a:spcPct val="20000"/>
              </a:spcBef>
              <a:spcAft>
                <a:spcPct val="0"/>
              </a:spcAft>
              <a:buClr>
                <a:schemeClr val="bg2"/>
              </a:buClr>
              <a:buFont typeface="Wingdings" pitchFamily="2" charset="2"/>
              <a:buChar char="§"/>
              <a:defRPr sz="1200"/>
            </a:lvl2pPr>
            <a:lvl3pPr marL="711182" indent="203195" eaLnBrk="0" fontAlgn="base" hangingPunct="0">
              <a:spcBef>
                <a:spcPct val="20000"/>
              </a:spcBef>
              <a:spcAft>
                <a:spcPct val="0"/>
              </a:spcAft>
              <a:buChar char="•"/>
              <a:defRPr sz="1200"/>
            </a:lvl3pPr>
            <a:lvl4pPr marL="1076298" indent="-185734" eaLnBrk="0" fontAlgn="base" hangingPunct="0">
              <a:spcBef>
                <a:spcPct val="20000"/>
              </a:spcBef>
              <a:spcAft>
                <a:spcPct val="0"/>
              </a:spcAft>
              <a:buClr>
                <a:schemeClr val="bg2"/>
              </a:buClr>
              <a:buFont typeface="Arial" charset="0"/>
              <a:buChar char="–"/>
              <a:defRPr sz="1200"/>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lvl="0"/>
            <a:r>
              <a:rPr lang="en-US" sz="8000" b="1" noProof="1">
                <a:solidFill>
                  <a:srgbClr val="002060"/>
                </a:solidFill>
              </a:rPr>
              <a:t>03 / 04</a:t>
            </a:r>
          </a:p>
        </p:txBody>
      </p:sp>
      <p:sp>
        <p:nvSpPr>
          <p:cNvPr id="4" name="Marcador de texto 3">
            <a:extLst>
              <a:ext uri="{FF2B5EF4-FFF2-40B4-BE49-F238E27FC236}">
                <a16:creationId xmlns:a16="http://schemas.microsoft.com/office/drawing/2014/main" id="{7A09F1D6-F943-3DE5-AE18-4EED84F667AD}"/>
              </a:ext>
            </a:extLst>
          </p:cNvPr>
          <p:cNvSpPr txBox="1">
            <a:spLocks/>
          </p:cNvSpPr>
          <p:nvPr/>
        </p:nvSpPr>
        <p:spPr bwMode="auto">
          <a:xfrm>
            <a:off x="4016531" y="5346858"/>
            <a:ext cx="74340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defRPr/>
            </a:pPr>
            <a:r>
              <a:rPr lang="en-US" sz="3200" b="0" noProof="1">
                <a:solidFill>
                  <a:schemeClr val="tx1">
                    <a:lumMod val="75000"/>
                    <a:lumOff val="25000"/>
                  </a:schemeClr>
                </a:solidFill>
                <a:cs typeface="Calibri" panose="020F0502020204030204" pitchFamily="34" charset="0"/>
              </a:rPr>
              <a:t>General Objective / Specific Objectives</a:t>
            </a:r>
          </a:p>
        </p:txBody>
      </p:sp>
    </p:spTree>
    <p:extLst>
      <p:ext uri="{BB962C8B-B14F-4D97-AF65-F5344CB8AC3E}">
        <p14:creationId xmlns:p14="http://schemas.microsoft.com/office/powerpoint/2010/main" val="4086837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2D08-3EF8-B2D1-49FD-70EF6944A0CB}"/>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BB02243B-B7AF-EAB2-C270-E804644B911A}"/>
              </a:ext>
            </a:extLst>
          </p:cNvPr>
          <p:cNvSpPr>
            <a:spLocks noGrp="1"/>
          </p:cNvSpPr>
          <p:nvPr>
            <p:ph type="title"/>
          </p:nvPr>
        </p:nvSpPr>
        <p:spPr>
          <a:xfrm>
            <a:off x="335999" y="398357"/>
            <a:ext cx="11520000" cy="407988"/>
          </a:xfrm>
        </p:spPr>
        <p:txBody>
          <a:bodyPr/>
          <a:lstStyle/>
          <a:p>
            <a:r>
              <a:rPr lang="en-US" b="1" noProof="1">
                <a:solidFill>
                  <a:srgbClr val="002060"/>
                </a:solidFill>
              </a:rPr>
              <a:t>Objectives</a:t>
            </a:r>
          </a:p>
        </p:txBody>
      </p:sp>
      <p:grpSp>
        <p:nvGrpSpPr>
          <p:cNvPr id="4" name="Grupo 3">
            <a:extLst>
              <a:ext uri="{FF2B5EF4-FFF2-40B4-BE49-F238E27FC236}">
                <a16:creationId xmlns:a16="http://schemas.microsoft.com/office/drawing/2014/main" id="{C654CCDD-6AAB-F05C-0EDF-FFDDE7C7DF22}"/>
              </a:ext>
            </a:extLst>
          </p:cNvPr>
          <p:cNvGrpSpPr/>
          <p:nvPr/>
        </p:nvGrpSpPr>
        <p:grpSpPr>
          <a:xfrm>
            <a:off x="10717427" y="0"/>
            <a:ext cx="1210962" cy="395562"/>
            <a:chOff x="10717427" y="0"/>
            <a:chExt cx="1210962" cy="395562"/>
          </a:xfrm>
        </p:grpSpPr>
        <p:sp>
          <p:nvSpPr>
            <p:cNvPr id="5" name="Rectángulo 4">
              <a:extLst>
                <a:ext uri="{FF2B5EF4-FFF2-40B4-BE49-F238E27FC236}">
                  <a16:creationId xmlns:a16="http://schemas.microsoft.com/office/drawing/2014/main" id="{55AB02B7-19BF-9B57-8403-896EE25B9814}"/>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6" name="Picture 4">
              <a:extLst>
                <a:ext uri="{FF2B5EF4-FFF2-40B4-BE49-F238E27FC236}">
                  <a16:creationId xmlns:a16="http://schemas.microsoft.com/office/drawing/2014/main" id="{80D92D9D-8A1F-2A0C-F5A7-3F0DDB53A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Imagen 6">
            <a:extLst>
              <a:ext uri="{FF2B5EF4-FFF2-40B4-BE49-F238E27FC236}">
                <a16:creationId xmlns:a16="http://schemas.microsoft.com/office/drawing/2014/main" id="{7FFE3F1C-F963-95EC-05CE-36639A26F3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35999" y="806345"/>
            <a:ext cx="3618163" cy="5429879"/>
          </a:xfrm>
          <a:prstGeom prst="rect">
            <a:avLst/>
          </a:prstGeom>
        </p:spPr>
      </p:pic>
      <p:sp>
        <p:nvSpPr>
          <p:cNvPr id="11" name="CuadroTexto 10">
            <a:extLst>
              <a:ext uri="{FF2B5EF4-FFF2-40B4-BE49-F238E27FC236}">
                <a16:creationId xmlns:a16="http://schemas.microsoft.com/office/drawing/2014/main" id="{548D42ED-00EF-21CA-5A91-8A620732296C}"/>
              </a:ext>
            </a:extLst>
          </p:cNvPr>
          <p:cNvSpPr txBox="1"/>
          <p:nvPr/>
        </p:nvSpPr>
        <p:spPr bwMode="auto">
          <a:xfrm>
            <a:off x="4325719" y="1461154"/>
            <a:ext cx="7330822" cy="738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just"/>
            <a:r>
              <a:rPr lang="en-US" sz="1400" kern="0" noProof="1">
                <a:solidFill>
                  <a:schemeClr val="tx1">
                    <a:lumMod val="75000"/>
                    <a:lumOff val="25000"/>
                  </a:schemeClr>
                </a:solidFill>
              </a:rPr>
              <a:t>Orchestration of a </a:t>
            </a:r>
            <a:r>
              <a:rPr lang="en-US" sz="1400" b="1" kern="0" noProof="1">
                <a:solidFill>
                  <a:srgbClr val="002060"/>
                </a:solidFill>
              </a:rPr>
              <a:t>multi-agent system to automatically repair breaking changes</a:t>
            </a:r>
            <a:r>
              <a:rPr lang="en-US" sz="1400" kern="0" noProof="1">
                <a:solidFill>
                  <a:schemeClr val="tx1">
                    <a:lumMod val="75000"/>
                    <a:lumOff val="25000"/>
                  </a:schemeClr>
                </a:solidFill>
              </a:rPr>
              <a:t> in Kotlin Multiplatform projects (Android and iOS only) caused by dependency updates, using contextualization based on static and dynamic analysis.</a:t>
            </a:r>
          </a:p>
        </p:txBody>
      </p:sp>
      <p:sp>
        <p:nvSpPr>
          <p:cNvPr id="15" name="Marcador de contenido 1">
            <a:extLst>
              <a:ext uri="{FF2B5EF4-FFF2-40B4-BE49-F238E27FC236}">
                <a16:creationId xmlns:a16="http://schemas.microsoft.com/office/drawing/2014/main" id="{03F32DD9-7FC0-3BC4-ACF8-A9828CE9F22B}"/>
              </a:ext>
            </a:extLst>
          </p:cNvPr>
          <p:cNvSpPr txBox="1">
            <a:spLocks/>
          </p:cNvSpPr>
          <p:nvPr/>
        </p:nvSpPr>
        <p:spPr>
          <a:xfrm>
            <a:off x="4583247" y="2793132"/>
            <a:ext cx="6400704" cy="260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342900" indent="-342900">
              <a:spcBef>
                <a:spcPts val="200"/>
              </a:spcBef>
              <a:spcAft>
                <a:spcPts val="200"/>
              </a:spcAft>
              <a:buFont typeface="+mj-lt"/>
              <a:buAutoNum type="arabicPeriod"/>
            </a:pPr>
            <a:r>
              <a:rPr lang="en-US" sz="1300" b="1" noProof="1"/>
              <a:t>Understand KMP applications </a:t>
            </a:r>
            <a:r>
              <a:rPr lang="en-US" sz="1300" noProof="1"/>
              <a:t>by integrating static and dynamic data into a Graph and Code City visualization.**</a:t>
            </a:r>
          </a:p>
          <a:p>
            <a:pPr marL="342900" indent="-342900">
              <a:spcBef>
                <a:spcPts val="200"/>
              </a:spcBef>
              <a:spcAft>
                <a:spcPts val="200"/>
              </a:spcAft>
              <a:buFont typeface="+mj-lt"/>
              <a:buAutoNum type="arabicPeriod"/>
            </a:pPr>
            <a:endParaRPr lang="en-US" sz="1300" noProof="1"/>
          </a:p>
          <a:p>
            <a:pPr marL="342900" indent="-342900">
              <a:spcBef>
                <a:spcPts val="200"/>
              </a:spcBef>
              <a:spcAft>
                <a:spcPts val="200"/>
              </a:spcAft>
              <a:buFont typeface="+mj-lt"/>
              <a:buAutoNum type="arabicPeriod"/>
            </a:pPr>
            <a:r>
              <a:rPr lang="en-US" sz="1300" b="1" noProof="1"/>
              <a:t>Map interdependencies and library versions </a:t>
            </a:r>
            <a:r>
              <a:rPr lang="en-US" sz="1300" noProof="1"/>
              <a:t>in KMP projects to pinpoint signature discrepancies and assess the impact of breaking changes.</a:t>
            </a:r>
          </a:p>
          <a:p>
            <a:pPr marL="342900" indent="-342900">
              <a:spcBef>
                <a:spcPts val="200"/>
              </a:spcBef>
              <a:spcAft>
                <a:spcPts val="200"/>
              </a:spcAft>
              <a:buFont typeface="+mj-lt"/>
              <a:buAutoNum type="arabicPeriod"/>
            </a:pPr>
            <a:endParaRPr lang="en-US" sz="1300" noProof="1"/>
          </a:p>
          <a:p>
            <a:pPr marL="342900" indent="-342900">
              <a:spcBef>
                <a:spcPts val="200"/>
              </a:spcBef>
              <a:spcAft>
                <a:spcPts val="200"/>
              </a:spcAft>
              <a:buFont typeface="+mj-lt"/>
              <a:buAutoNum type="arabicPeriod"/>
            </a:pPr>
            <a:r>
              <a:rPr lang="en-US" sz="1300" noProof="1"/>
              <a:t>Implement a </a:t>
            </a:r>
            <a:r>
              <a:rPr lang="en-US" sz="1300" b="1" noProof="1"/>
              <a:t>multi-agent cycle to automatically update </a:t>
            </a:r>
            <a:r>
              <a:rPr lang="en-US" sz="1300" noProof="1"/>
              <a:t>and repair libraries one at a time, using cross-platform build validations to generate and refine fixes.</a:t>
            </a:r>
          </a:p>
          <a:p>
            <a:pPr marL="342900" indent="-342900">
              <a:spcBef>
                <a:spcPts val="200"/>
              </a:spcBef>
              <a:spcAft>
                <a:spcPts val="200"/>
              </a:spcAft>
              <a:buFont typeface="+mj-lt"/>
              <a:buAutoNum type="arabicPeriod"/>
            </a:pPr>
            <a:endParaRPr lang="en-US" sz="1300" noProof="1"/>
          </a:p>
          <a:p>
            <a:pPr marL="342900" indent="-342900">
              <a:spcBef>
                <a:spcPts val="200"/>
              </a:spcBef>
              <a:spcAft>
                <a:spcPts val="200"/>
              </a:spcAft>
              <a:buFont typeface="+mj-lt"/>
              <a:buAutoNum type="arabicPeriod"/>
            </a:pPr>
            <a:r>
              <a:rPr lang="en-US" sz="1300" noProof="1"/>
              <a:t>Measuring both </a:t>
            </a:r>
            <a:r>
              <a:rPr lang="en-US" sz="1300" b="1" noProof="1"/>
              <a:t>compilation success</a:t>
            </a:r>
            <a:r>
              <a:rPr lang="en-US" sz="1300" noProof="1"/>
              <a:t> and </a:t>
            </a:r>
            <a:r>
              <a:rPr lang="en-US" sz="1300" b="1" noProof="1"/>
              <a:t>functional correctness</a:t>
            </a:r>
            <a:r>
              <a:rPr lang="en-US" sz="1300" noProof="1"/>
              <a:t> to track improvements in coupling, cohesion, and complexity.</a:t>
            </a:r>
          </a:p>
        </p:txBody>
      </p:sp>
      <p:sp>
        <p:nvSpPr>
          <p:cNvPr id="16" name="Marcador de contenido 1">
            <a:extLst>
              <a:ext uri="{FF2B5EF4-FFF2-40B4-BE49-F238E27FC236}">
                <a16:creationId xmlns:a16="http://schemas.microsoft.com/office/drawing/2014/main" id="{70E8D695-0FE3-8D90-01CC-FEA8669ADD3A}"/>
              </a:ext>
            </a:extLst>
          </p:cNvPr>
          <p:cNvSpPr txBox="1">
            <a:spLocks/>
          </p:cNvSpPr>
          <p:nvPr/>
        </p:nvSpPr>
        <p:spPr>
          <a:xfrm>
            <a:off x="303047" y="6356490"/>
            <a:ext cx="64007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spcBef>
                <a:spcPts val="200"/>
              </a:spcBef>
              <a:spcAft>
                <a:spcPts val="200"/>
              </a:spcAft>
              <a:buNone/>
            </a:pPr>
            <a:r>
              <a:rPr lang="en-US" sz="900" noProof="1">
                <a:solidFill>
                  <a:srgbClr val="7F7F7F"/>
                </a:solidFill>
              </a:rPr>
              <a:t>** In collaboration with a undegrade student.</a:t>
            </a:r>
            <a:r>
              <a:rPr lang="en-US" sz="1400" b="1" noProof="1"/>
              <a:t> </a:t>
            </a:r>
            <a:endParaRPr lang="en-US" sz="1400" noProof="1"/>
          </a:p>
        </p:txBody>
      </p:sp>
    </p:spTree>
    <p:extLst>
      <p:ext uri="{BB962C8B-B14F-4D97-AF65-F5344CB8AC3E}">
        <p14:creationId xmlns:p14="http://schemas.microsoft.com/office/powerpoint/2010/main" val="2374081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DE30A-C691-8A95-A8EC-0D45E956004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4FBC36C-302F-B32A-318E-EE554856ABB8}"/>
              </a:ext>
            </a:extLst>
          </p:cNvPr>
          <p:cNvSpPr txBox="1"/>
          <p:nvPr/>
        </p:nvSpPr>
        <p:spPr bwMode="auto">
          <a:xfrm>
            <a:off x="336000" y="4754111"/>
            <a:ext cx="1332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defPPr>
              <a:defRPr lang="en-US"/>
            </a:defPPr>
            <a:lvl1pPr marR="0" lvl="0" indent="0" algn="ctr" defTabSz="914400" eaLnBrk="0" fontAlgn="base" hangingPunct="0">
              <a:lnSpc>
                <a:spcPct val="100000"/>
              </a:lnSpc>
              <a:spcBef>
                <a:spcPct val="20000"/>
              </a:spcBef>
              <a:spcAft>
                <a:spcPct val="0"/>
              </a:spcAft>
              <a:buClr>
                <a:srgbClr val="002060"/>
              </a:buClr>
              <a:buSzTx/>
              <a:buFont typeface="Wingdings" pitchFamily="2" charset="2"/>
              <a:buNone/>
              <a:tabLst/>
              <a:defRPr sz="3200" b="0">
                <a:solidFill>
                  <a:schemeClr val="tx1">
                    <a:lumMod val="75000"/>
                    <a:lumOff val="25000"/>
                  </a:schemeClr>
                </a:solidFill>
                <a:latin typeface="+mj-lt"/>
                <a:cs typeface="Calibri" panose="020F0502020204030204" pitchFamily="34" charset="0"/>
              </a:defRPr>
            </a:lvl1pPr>
            <a:lvl2pPr marL="531800" indent="-179384" eaLnBrk="0" fontAlgn="base" hangingPunct="0">
              <a:spcBef>
                <a:spcPct val="20000"/>
              </a:spcBef>
              <a:spcAft>
                <a:spcPct val="0"/>
              </a:spcAft>
              <a:buClr>
                <a:schemeClr val="bg2"/>
              </a:buClr>
              <a:buFont typeface="Wingdings" pitchFamily="2" charset="2"/>
              <a:buChar char="§"/>
              <a:defRPr sz="1200"/>
            </a:lvl2pPr>
            <a:lvl3pPr marL="711182" indent="203195" eaLnBrk="0" fontAlgn="base" hangingPunct="0">
              <a:spcBef>
                <a:spcPct val="20000"/>
              </a:spcBef>
              <a:spcAft>
                <a:spcPct val="0"/>
              </a:spcAft>
              <a:buChar char="•"/>
              <a:defRPr sz="1200"/>
            </a:lvl3pPr>
            <a:lvl4pPr marL="1076298" indent="-185734" eaLnBrk="0" fontAlgn="base" hangingPunct="0">
              <a:spcBef>
                <a:spcPct val="20000"/>
              </a:spcBef>
              <a:spcAft>
                <a:spcPct val="0"/>
              </a:spcAft>
              <a:buClr>
                <a:schemeClr val="bg2"/>
              </a:buClr>
              <a:buFont typeface="Arial" charset="0"/>
              <a:buChar char="–"/>
              <a:defRPr sz="1200"/>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lvl="0"/>
            <a:r>
              <a:rPr lang="en-US" sz="8000" b="1" noProof="1">
                <a:solidFill>
                  <a:srgbClr val="002060"/>
                </a:solidFill>
              </a:rPr>
              <a:t>05</a:t>
            </a:r>
          </a:p>
        </p:txBody>
      </p:sp>
      <p:sp>
        <p:nvSpPr>
          <p:cNvPr id="5" name="Marcador de texto 3">
            <a:extLst>
              <a:ext uri="{FF2B5EF4-FFF2-40B4-BE49-F238E27FC236}">
                <a16:creationId xmlns:a16="http://schemas.microsoft.com/office/drawing/2014/main" id="{7301B82D-EAC2-43F5-F91F-C6701372D759}"/>
              </a:ext>
            </a:extLst>
          </p:cNvPr>
          <p:cNvSpPr txBox="1">
            <a:spLocks/>
          </p:cNvSpPr>
          <p:nvPr/>
        </p:nvSpPr>
        <p:spPr bwMode="auto">
          <a:xfrm>
            <a:off x="1709938" y="5351708"/>
            <a:ext cx="5112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defRPr/>
            </a:pPr>
            <a:r>
              <a:rPr lang="en-US" sz="3200" b="0" noProof="1">
                <a:solidFill>
                  <a:schemeClr val="tx1">
                    <a:lumMod val="75000"/>
                    <a:lumOff val="25000"/>
                  </a:schemeClr>
                </a:solidFill>
                <a:cs typeface="Calibri" panose="020F0502020204030204" pitchFamily="34" charset="0"/>
              </a:rPr>
              <a:t>State of the Art</a:t>
            </a:r>
          </a:p>
        </p:txBody>
      </p:sp>
    </p:spTree>
    <p:extLst>
      <p:ext uri="{BB962C8B-B14F-4D97-AF65-F5344CB8AC3E}">
        <p14:creationId xmlns:p14="http://schemas.microsoft.com/office/powerpoint/2010/main" val="3628363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1A13-8AAB-A676-8CF9-AC5646E5ED6C}"/>
            </a:ext>
          </a:extLst>
        </p:cNvPr>
        <p:cNvGrpSpPr/>
        <p:nvPr/>
      </p:nvGrpSpPr>
      <p:grpSpPr>
        <a:xfrm>
          <a:off x="0" y="0"/>
          <a:ext cx="0" cy="0"/>
          <a:chOff x="0" y="0"/>
          <a:chExt cx="0" cy="0"/>
        </a:xfrm>
      </p:grpSpPr>
      <p:sp>
        <p:nvSpPr>
          <p:cNvPr id="22" name="Rectángulo 21">
            <a:extLst>
              <a:ext uri="{FF2B5EF4-FFF2-40B4-BE49-F238E27FC236}">
                <a16:creationId xmlns:a16="http://schemas.microsoft.com/office/drawing/2014/main" id="{834236C8-EA14-55B7-AC16-FAD52B274C15}"/>
              </a:ext>
            </a:extLst>
          </p:cNvPr>
          <p:cNvSpPr/>
          <p:nvPr/>
        </p:nvSpPr>
        <p:spPr>
          <a:xfrm>
            <a:off x="349340" y="1573426"/>
            <a:ext cx="11506659" cy="4621428"/>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3" name="Título 2">
            <a:extLst>
              <a:ext uri="{FF2B5EF4-FFF2-40B4-BE49-F238E27FC236}">
                <a16:creationId xmlns:a16="http://schemas.microsoft.com/office/drawing/2014/main" id="{1F82498F-F00B-E358-0AAC-BBB51A7134B1}"/>
              </a:ext>
            </a:extLst>
          </p:cNvPr>
          <p:cNvSpPr>
            <a:spLocks noGrp="1"/>
          </p:cNvSpPr>
          <p:nvPr>
            <p:ph type="title"/>
          </p:nvPr>
        </p:nvSpPr>
        <p:spPr>
          <a:xfrm>
            <a:off x="335999" y="398357"/>
            <a:ext cx="11520000" cy="407988"/>
          </a:xfrm>
        </p:spPr>
        <p:txBody>
          <a:bodyPr/>
          <a:lstStyle/>
          <a:p>
            <a:r>
              <a:rPr lang="en-US" sz="2000" b="1" noProof="1">
                <a:solidFill>
                  <a:srgbClr val="002060"/>
                </a:solidFill>
              </a:rPr>
              <a:t>Specific Objectives</a:t>
            </a:r>
          </a:p>
        </p:txBody>
      </p:sp>
      <p:grpSp>
        <p:nvGrpSpPr>
          <p:cNvPr id="27" name="Grupo 26">
            <a:extLst>
              <a:ext uri="{FF2B5EF4-FFF2-40B4-BE49-F238E27FC236}">
                <a16:creationId xmlns:a16="http://schemas.microsoft.com/office/drawing/2014/main" id="{4F9931AD-8127-52DA-D6C5-8C9EB7B78BB0}"/>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2656758F-13F1-B0CF-95B3-ECB8E5C2D5C5}"/>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CCE0D3CA-235E-6CB3-ED0B-82C95DC0E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uadroTexto 5">
            <a:extLst>
              <a:ext uri="{FF2B5EF4-FFF2-40B4-BE49-F238E27FC236}">
                <a16:creationId xmlns:a16="http://schemas.microsoft.com/office/drawing/2014/main" id="{4BAF8340-8547-9EF7-2113-38EEBEE713E5}"/>
              </a:ext>
            </a:extLst>
          </p:cNvPr>
          <p:cNvSpPr txBox="1"/>
          <p:nvPr/>
        </p:nvSpPr>
        <p:spPr bwMode="auto">
          <a:xfrm>
            <a:off x="478733" y="1441617"/>
            <a:ext cx="1737246"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a:lnSpc>
                <a:spcPct val="110000"/>
              </a:lnSpc>
            </a:pPr>
            <a:r>
              <a:rPr lang="en-US" sz="1600" b="1" kern="0" noProof="1">
                <a:solidFill>
                  <a:srgbClr val="002060"/>
                </a:solidFill>
              </a:rPr>
              <a:t>State of the Art</a:t>
            </a:r>
          </a:p>
        </p:txBody>
      </p:sp>
      <p:sp>
        <p:nvSpPr>
          <p:cNvPr id="7" name="Marcador de contenido 1">
            <a:extLst>
              <a:ext uri="{FF2B5EF4-FFF2-40B4-BE49-F238E27FC236}">
                <a16:creationId xmlns:a16="http://schemas.microsoft.com/office/drawing/2014/main" id="{2E944C1B-C103-B2FB-445E-08C29D888615}"/>
              </a:ext>
            </a:extLst>
          </p:cNvPr>
          <p:cNvSpPr txBox="1">
            <a:spLocks/>
          </p:cNvSpPr>
          <p:nvPr/>
        </p:nvSpPr>
        <p:spPr>
          <a:xfrm>
            <a:off x="7883214" y="1915571"/>
            <a:ext cx="3959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noProof="1"/>
              <a:t>KMP allows </a:t>
            </a:r>
            <a:r>
              <a:rPr lang="en-US" b="1" noProof="1"/>
              <a:t>sharing logic </a:t>
            </a:r>
            <a:r>
              <a:rPr lang="en-US" noProof="1"/>
              <a:t>without compromising native performance or user experience. [1]</a:t>
            </a:r>
          </a:p>
        </p:txBody>
      </p:sp>
      <p:sp>
        <p:nvSpPr>
          <p:cNvPr id="5" name="CuadroTexto 4">
            <a:extLst>
              <a:ext uri="{FF2B5EF4-FFF2-40B4-BE49-F238E27FC236}">
                <a16:creationId xmlns:a16="http://schemas.microsoft.com/office/drawing/2014/main" id="{97238F36-6A8A-43BC-AFD4-307E17FFE8D0}"/>
              </a:ext>
            </a:extLst>
          </p:cNvPr>
          <p:cNvSpPr txBox="1"/>
          <p:nvPr/>
        </p:nvSpPr>
        <p:spPr bwMode="auto">
          <a:xfrm>
            <a:off x="349340" y="928092"/>
            <a:ext cx="11506659" cy="292388"/>
          </a:xfrm>
          <a:prstGeom prst="rect">
            <a:avLst/>
          </a:prstGeom>
          <a:solidFill>
            <a:schemeClr val="bg1">
              <a:lumMod val="9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342900" indent="-342900" algn="ctr">
              <a:spcBef>
                <a:spcPts val="200"/>
              </a:spcBef>
              <a:spcAft>
                <a:spcPts val="200"/>
              </a:spcAft>
              <a:buFont typeface="+mj-lt"/>
              <a:buAutoNum type="arabicPeriod"/>
            </a:pPr>
            <a:r>
              <a:rPr lang="en-US" sz="1300" b="1" noProof="1">
                <a:solidFill>
                  <a:srgbClr val="002060"/>
                </a:solidFill>
              </a:rPr>
              <a:t>Understand KMP applications </a:t>
            </a:r>
            <a:r>
              <a:rPr lang="en-US" sz="1300" noProof="1"/>
              <a:t>by integrating static and dynamic data into a Graph and Code City visualization.</a:t>
            </a:r>
          </a:p>
        </p:txBody>
      </p:sp>
      <p:pic>
        <p:nvPicPr>
          <p:cNvPr id="17" name="Imagen 16">
            <a:extLst>
              <a:ext uri="{FF2B5EF4-FFF2-40B4-BE49-F238E27FC236}">
                <a16:creationId xmlns:a16="http://schemas.microsoft.com/office/drawing/2014/main" id="{1A90FC6D-BBB0-30D6-ED40-203F491A81A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50748" y="1963215"/>
            <a:ext cx="6992078" cy="3821022"/>
          </a:xfrm>
          <a:prstGeom prst="rect">
            <a:avLst/>
          </a:prstGeom>
        </p:spPr>
      </p:pic>
      <p:sp>
        <p:nvSpPr>
          <p:cNvPr id="31" name="Marcador de contenido 1">
            <a:extLst>
              <a:ext uri="{FF2B5EF4-FFF2-40B4-BE49-F238E27FC236}">
                <a16:creationId xmlns:a16="http://schemas.microsoft.com/office/drawing/2014/main" id="{D9F58CA9-5A44-5B6C-3376-74BC13EBEFBB}"/>
              </a:ext>
            </a:extLst>
          </p:cNvPr>
          <p:cNvSpPr txBox="1">
            <a:spLocks/>
          </p:cNvSpPr>
          <p:nvPr/>
        </p:nvSpPr>
        <p:spPr>
          <a:xfrm>
            <a:off x="661083" y="1915571"/>
            <a:ext cx="41992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noProof="1"/>
              <a:t>Representation of software artifacts as </a:t>
            </a:r>
            <a:r>
              <a:rPr lang="en-US" b="1" noProof="1"/>
              <a:t>urban elements </a:t>
            </a:r>
            <a:r>
              <a:rPr lang="en-US" noProof="1"/>
              <a:t>where classes are buildings and packages are districts. Provision of an immersive experience that avoids the common disorientation found in 3D visualizations [3]</a:t>
            </a:r>
          </a:p>
        </p:txBody>
      </p:sp>
      <p:sp>
        <p:nvSpPr>
          <p:cNvPr id="32" name="Marcador de contenido 1">
            <a:extLst>
              <a:ext uri="{FF2B5EF4-FFF2-40B4-BE49-F238E27FC236}">
                <a16:creationId xmlns:a16="http://schemas.microsoft.com/office/drawing/2014/main" id="{BF7F4554-B7C2-A90C-27CB-7BC674AA5F2E}"/>
              </a:ext>
            </a:extLst>
          </p:cNvPr>
          <p:cNvSpPr txBox="1">
            <a:spLocks/>
          </p:cNvSpPr>
          <p:nvPr/>
        </p:nvSpPr>
        <p:spPr>
          <a:xfrm>
            <a:off x="661083" y="4869075"/>
            <a:ext cx="29678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b="1" noProof="1"/>
              <a:t>ReviewVis</a:t>
            </a:r>
            <a:r>
              <a:rPr lang="en-US" noProof="1"/>
              <a:t>: Graph-based visualization is beneficial for increasing the understanding of changes during code review [6]</a:t>
            </a:r>
          </a:p>
        </p:txBody>
      </p:sp>
      <p:sp>
        <p:nvSpPr>
          <p:cNvPr id="33" name="Marcador de contenido 1">
            <a:extLst>
              <a:ext uri="{FF2B5EF4-FFF2-40B4-BE49-F238E27FC236}">
                <a16:creationId xmlns:a16="http://schemas.microsoft.com/office/drawing/2014/main" id="{B608781A-AA9B-72D7-6D6A-B68C8AA40347}"/>
              </a:ext>
            </a:extLst>
          </p:cNvPr>
          <p:cNvSpPr txBox="1">
            <a:spLocks/>
          </p:cNvSpPr>
          <p:nvPr/>
        </p:nvSpPr>
        <p:spPr>
          <a:xfrm>
            <a:off x="7883214" y="4869075"/>
            <a:ext cx="374636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b="1" noProof="1"/>
              <a:t>DroidBot</a:t>
            </a:r>
            <a:r>
              <a:rPr lang="en-US" noProof="1"/>
              <a:t> is as easy to use as random tools (Monkey) but with the advanced capabilities of extensible models. The use of dynamic models allows reaching more UI states in less time than random generators. [7]</a:t>
            </a:r>
          </a:p>
        </p:txBody>
      </p:sp>
    </p:spTree>
    <p:extLst>
      <p:ext uri="{BB962C8B-B14F-4D97-AF65-F5344CB8AC3E}">
        <p14:creationId xmlns:p14="http://schemas.microsoft.com/office/powerpoint/2010/main" val="2342952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8A63-EBF4-3877-1551-203B1B91F1F5}"/>
            </a:ext>
          </a:extLst>
        </p:cNvPr>
        <p:cNvGrpSpPr/>
        <p:nvPr/>
      </p:nvGrpSpPr>
      <p:grpSpPr>
        <a:xfrm>
          <a:off x="0" y="0"/>
          <a:ext cx="0" cy="0"/>
          <a:chOff x="0" y="0"/>
          <a:chExt cx="0" cy="0"/>
        </a:xfrm>
      </p:grpSpPr>
      <p:sp>
        <p:nvSpPr>
          <p:cNvPr id="22" name="Rectángulo 21">
            <a:extLst>
              <a:ext uri="{FF2B5EF4-FFF2-40B4-BE49-F238E27FC236}">
                <a16:creationId xmlns:a16="http://schemas.microsoft.com/office/drawing/2014/main" id="{3644A927-60AC-4ADF-B7C1-9534E516E4FA}"/>
              </a:ext>
            </a:extLst>
          </p:cNvPr>
          <p:cNvSpPr/>
          <p:nvPr/>
        </p:nvSpPr>
        <p:spPr>
          <a:xfrm>
            <a:off x="349340" y="1573426"/>
            <a:ext cx="11506659" cy="4621428"/>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3" name="Título 2">
            <a:extLst>
              <a:ext uri="{FF2B5EF4-FFF2-40B4-BE49-F238E27FC236}">
                <a16:creationId xmlns:a16="http://schemas.microsoft.com/office/drawing/2014/main" id="{91309A58-F33F-E5B6-09AC-9974848F602A}"/>
              </a:ext>
            </a:extLst>
          </p:cNvPr>
          <p:cNvSpPr>
            <a:spLocks noGrp="1"/>
          </p:cNvSpPr>
          <p:nvPr>
            <p:ph type="title"/>
          </p:nvPr>
        </p:nvSpPr>
        <p:spPr>
          <a:xfrm>
            <a:off x="335999" y="398357"/>
            <a:ext cx="11520000" cy="407988"/>
          </a:xfrm>
        </p:spPr>
        <p:txBody>
          <a:bodyPr/>
          <a:lstStyle/>
          <a:p>
            <a:r>
              <a:rPr lang="en-US" sz="2000" b="1" noProof="1">
                <a:solidFill>
                  <a:srgbClr val="002060"/>
                </a:solidFill>
              </a:rPr>
              <a:t>Specific Objectives</a:t>
            </a:r>
          </a:p>
        </p:txBody>
      </p:sp>
      <p:grpSp>
        <p:nvGrpSpPr>
          <p:cNvPr id="27" name="Grupo 26">
            <a:extLst>
              <a:ext uri="{FF2B5EF4-FFF2-40B4-BE49-F238E27FC236}">
                <a16:creationId xmlns:a16="http://schemas.microsoft.com/office/drawing/2014/main" id="{9AF6A58E-C919-6A69-D92E-6452197BF969}"/>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2B593F1D-34D8-5FBB-DBD9-DBBDCEFF3871}"/>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F985AC68-8165-02DB-CF1E-B668928BF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uadroTexto 5">
            <a:extLst>
              <a:ext uri="{FF2B5EF4-FFF2-40B4-BE49-F238E27FC236}">
                <a16:creationId xmlns:a16="http://schemas.microsoft.com/office/drawing/2014/main" id="{B46FF638-6836-C950-E65F-63949679906C}"/>
              </a:ext>
            </a:extLst>
          </p:cNvPr>
          <p:cNvSpPr txBox="1"/>
          <p:nvPr/>
        </p:nvSpPr>
        <p:spPr bwMode="auto">
          <a:xfrm>
            <a:off x="478733" y="1441617"/>
            <a:ext cx="1737246"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a:lnSpc>
                <a:spcPct val="110000"/>
              </a:lnSpc>
            </a:pPr>
            <a:r>
              <a:rPr lang="en-US" sz="1600" b="1" kern="0" noProof="1">
                <a:solidFill>
                  <a:srgbClr val="002060"/>
                </a:solidFill>
              </a:rPr>
              <a:t>State of the Art</a:t>
            </a:r>
          </a:p>
        </p:txBody>
      </p:sp>
      <p:sp>
        <p:nvSpPr>
          <p:cNvPr id="7" name="Marcador de contenido 1">
            <a:extLst>
              <a:ext uri="{FF2B5EF4-FFF2-40B4-BE49-F238E27FC236}">
                <a16:creationId xmlns:a16="http://schemas.microsoft.com/office/drawing/2014/main" id="{48A3E807-2158-B90D-8206-52B771F060EE}"/>
              </a:ext>
            </a:extLst>
          </p:cNvPr>
          <p:cNvSpPr txBox="1">
            <a:spLocks/>
          </p:cNvSpPr>
          <p:nvPr/>
        </p:nvSpPr>
        <p:spPr>
          <a:xfrm>
            <a:off x="4702298" y="4097104"/>
            <a:ext cx="67847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b="1" noProof="1"/>
              <a:t>In Java, 11.58% </a:t>
            </a:r>
            <a:r>
              <a:rPr lang="en-US" noProof="1"/>
              <a:t>of dependency updates contain breaking changes (BCs) that impact the client. Changes in </a:t>
            </a:r>
            <a:r>
              <a:rPr lang="en-US" b="1" noProof="1"/>
              <a:t>transitive dependencies </a:t>
            </a:r>
            <a:r>
              <a:rPr lang="en-US" noProof="1"/>
              <a:t>are the primary cause of BCs in clients (20.36% of manually analyzed cases). 41.58% of detected BCs occur in </a:t>
            </a:r>
            <a:r>
              <a:rPr lang="en-US" b="1" noProof="1"/>
              <a:t>non-major updates </a:t>
            </a:r>
            <a:r>
              <a:rPr lang="en-US" noProof="1"/>
              <a:t>(Minor or Patch). [2]</a:t>
            </a:r>
          </a:p>
        </p:txBody>
      </p:sp>
      <p:sp>
        <p:nvSpPr>
          <p:cNvPr id="5" name="CuadroTexto 4">
            <a:extLst>
              <a:ext uri="{FF2B5EF4-FFF2-40B4-BE49-F238E27FC236}">
                <a16:creationId xmlns:a16="http://schemas.microsoft.com/office/drawing/2014/main" id="{C1071E9C-5159-3575-CF36-5F5A125263D4}"/>
              </a:ext>
            </a:extLst>
          </p:cNvPr>
          <p:cNvSpPr txBox="1"/>
          <p:nvPr/>
        </p:nvSpPr>
        <p:spPr bwMode="auto">
          <a:xfrm>
            <a:off x="349340" y="928092"/>
            <a:ext cx="11506659" cy="292388"/>
          </a:xfrm>
          <a:prstGeom prst="rect">
            <a:avLst/>
          </a:prstGeom>
          <a:solidFill>
            <a:schemeClr val="bg1">
              <a:lumMod val="9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spcBef>
                <a:spcPts val="200"/>
              </a:spcBef>
              <a:spcAft>
                <a:spcPts val="200"/>
              </a:spcAft>
            </a:pPr>
            <a:r>
              <a:rPr lang="en-US" sz="1300" b="1" noProof="1">
                <a:solidFill>
                  <a:srgbClr val="002060"/>
                </a:solidFill>
              </a:rPr>
              <a:t>2. Map interdependencies and library versions </a:t>
            </a:r>
            <a:r>
              <a:rPr lang="en-US" sz="1300" noProof="1"/>
              <a:t>in KMP projects to pinpoint signature discrepancies and assess the impact of breaking changes.</a:t>
            </a:r>
          </a:p>
        </p:txBody>
      </p:sp>
      <p:sp>
        <p:nvSpPr>
          <p:cNvPr id="31" name="Marcador de contenido 1">
            <a:extLst>
              <a:ext uri="{FF2B5EF4-FFF2-40B4-BE49-F238E27FC236}">
                <a16:creationId xmlns:a16="http://schemas.microsoft.com/office/drawing/2014/main" id="{941E4CA1-29AD-C0B5-56EF-E8468DC0579C}"/>
              </a:ext>
            </a:extLst>
          </p:cNvPr>
          <p:cNvSpPr txBox="1">
            <a:spLocks/>
          </p:cNvSpPr>
          <p:nvPr/>
        </p:nvSpPr>
        <p:spPr>
          <a:xfrm>
            <a:off x="4688922" y="2647494"/>
            <a:ext cx="68114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noProof="1"/>
              <a:t>The inclusion of </a:t>
            </a:r>
            <a:r>
              <a:rPr lang="en-US" b="1" noProof="1"/>
              <a:t>Python</a:t>
            </a:r>
            <a:r>
              <a:rPr lang="en-US" noProof="1"/>
              <a:t> dependencies with </a:t>
            </a:r>
            <a:r>
              <a:rPr lang="en-US" b="1" noProof="1"/>
              <a:t>RelationGraph</a:t>
            </a:r>
            <a:r>
              <a:rPr lang="en-US" noProof="1"/>
              <a:t> improves the resolution rate from 31% to 52.33% compared to non-graph models. Precise identification of errors at the class level (76.4%), function level (56.7%), and line level (40.7%). [1]</a:t>
            </a:r>
          </a:p>
        </p:txBody>
      </p:sp>
      <p:sp>
        <p:nvSpPr>
          <p:cNvPr id="32" name="Marcador de contenido 1">
            <a:extLst>
              <a:ext uri="{FF2B5EF4-FFF2-40B4-BE49-F238E27FC236}">
                <a16:creationId xmlns:a16="http://schemas.microsoft.com/office/drawing/2014/main" id="{C7311034-037A-CE05-7160-C9C0F3703B54}"/>
              </a:ext>
            </a:extLst>
          </p:cNvPr>
          <p:cNvSpPr txBox="1">
            <a:spLocks/>
          </p:cNvSpPr>
          <p:nvPr/>
        </p:nvSpPr>
        <p:spPr>
          <a:xfrm>
            <a:off x="4702297" y="2015022"/>
            <a:ext cx="67847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b="1" noProof="1"/>
              <a:t>ReviewVis</a:t>
            </a:r>
            <a:r>
              <a:rPr lang="en-US" noProof="1"/>
              <a:t>: Graph-based visualization is beneficial for increasing the understanding of changes during code review [6]</a:t>
            </a:r>
          </a:p>
        </p:txBody>
      </p:sp>
      <p:sp>
        <p:nvSpPr>
          <p:cNvPr id="33" name="Marcador de contenido 1">
            <a:extLst>
              <a:ext uri="{FF2B5EF4-FFF2-40B4-BE49-F238E27FC236}">
                <a16:creationId xmlns:a16="http://schemas.microsoft.com/office/drawing/2014/main" id="{8CE3D613-7BB7-0CFB-1A73-CE73856A38D9}"/>
              </a:ext>
            </a:extLst>
          </p:cNvPr>
          <p:cNvSpPr txBox="1">
            <a:spLocks/>
          </p:cNvSpPr>
          <p:nvPr/>
        </p:nvSpPr>
        <p:spPr>
          <a:xfrm>
            <a:off x="4702298" y="3464632"/>
            <a:ext cx="67847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algn="l"/>
            <a:r>
              <a:rPr lang="en-US" noProof="1"/>
              <a:t>Define pipeline that extracts error information, </a:t>
            </a:r>
            <a:r>
              <a:rPr lang="en-US" b="1" noProof="1"/>
              <a:t>queries APIDiff</a:t>
            </a:r>
            <a:r>
              <a:rPr lang="en-US" noProof="1"/>
              <a:t>, and generates patches using LLMs significantly improves the partial repair capability in </a:t>
            </a:r>
            <a:r>
              <a:rPr lang="en-US" b="1" noProof="1"/>
              <a:t>Java</a:t>
            </a:r>
            <a:r>
              <a:rPr lang="en-US" noProof="1"/>
              <a:t>. [4]</a:t>
            </a:r>
          </a:p>
        </p:txBody>
      </p:sp>
      <p:pic>
        <p:nvPicPr>
          <p:cNvPr id="34" name="Imagen 33">
            <a:extLst>
              <a:ext uri="{FF2B5EF4-FFF2-40B4-BE49-F238E27FC236}">
                <a16:creationId xmlns:a16="http://schemas.microsoft.com/office/drawing/2014/main" id="{F8D74508-9E73-0275-F907-F681D1E826C1}"/>
              </a:ext>
            </a:extLst>
          </p:cNvPr>
          <p:cNvPicPr>
            <a:picLocks noChangeAspect="1"/>
          </p:cNvPicPr>
          <p:nvPr/>
        </p:nvPicPr>
        <p:blipFill>
          <a:blip r:embed="rId3"/>
          <a:srcRect l="10360" t="9796" r="48410"/>
          <a:stretch>
            <a:fillRect/>
          </a:stretch>
        </p:blipFill>
        <p:spPr>
          <a:xfrm>
            <a:off x="613719" y="1842025"/>
            <a:ext cx="3746369" cy="4132591"/>
          </a:xfrm>
          <a:prstGeom prst="rect">
            <a:avLst/>
          </a:prstGeom>
        </p:spPr>
      </p:pic>
      <p:sp>
        <p:nvSpPr>
          <p:cNvPr id="35" name="Marcador de contenido 1">
            <a:extLst>
              <a:ext uri="{FF2B5EF4-FFF2-40B4-BE49-F238E27FC236}">
                <a16:creationId xmlns:a16="http://schemas.microsoft.com/office/drawing/2014/main" id="{5FF879E2-2A26-FEE5-B4AE-1D98298D8719}"/>
              </a:ext>
            </a:extLst>
          </p:cNvPr>
          <p:cNvSpPr txBox="1">
            <a:spLocks/>
          </p:cNvSpPr>
          <p:nvPr/>
        </p:nvSpPr>
        <p:spPr>
          <a:xfrm>
            <a:off x="6141859" y="5509476"/>
            <a:ext cx="3905615" cy="276999"/>
          </a:xfrm>
          <a:prstGeom prst="rect">
            <a:avLst/>
          </a:prstGeom>
          <a:solidFill>
            <a:schemeClr val="bg1">
              <a:lumMod val="85000"/>
            </a:schemeClr>
          </a:solid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lgn="ctr">
              <a:buNone/>
            </a:pPr>
            <a:r>
              <a:rPr lang="en-US" noProof="1">
                <a:solidFill>
                  <a:srgbClr val="002060"/>
                </a:solidFill>
              </a:rPr>
              <a:t>There is no study for </a:t>
            </a:r>
            <a:r>
              <a:rPr lang="en-US" b="1" noProof="1">
                <a:solidFill>
                  <a:srgbClr val="002060"/>
                </a:solidFill>
              </a:rPr>
              <a:t>Kotlin Multiplatform.</a:t>
            </a:r>
          </a:p>
        </p:txBody>
      </p:sp>
      <p:sp>
        <p:nvSpPr>
          <p:cNvPr id="36" name="Triángulo 35">
            <a:extLst>
              <a:ext uri="{FF2B5EF4-FFF2-40B4-BE49-F238E27FC236}">
                <a16:creationId xmlns:a16="http://schemas.microsoft.com/office/drawing/2014/main" id="{3A82E111-21D9-1EE3-BC3B-3E86C56211BA}"/>
              </a:ext>
            </a:extLst>
          </p:cNvPr>
          <p:cNvSpPr/>
          <p:nvPr/>
        </p:nvSpPr>
        <p:spPr>
          <a:xfrm rot="10800000">
            <a:off x="6381196" y="5230607"/>
            <a:ext cx="3426940" cy="100879"/>
          </a:xfrm>
          <a:prstGeom prst="triangle">
            <a:avLst/>
          </a:prstGeom>
          <a:solidFill>
            <a:srgbClr val="023A73"/>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spTree>
    <p:extLst>
      <p:ext uri="{BB962C8B-B14F-4D97-AF65-F5344CB8AC3E}">
        <p14:creationId xmlns:p14="http://schemas.microsoft.com/office/powerpoint/2010/main" val="359989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3C85-5BCF-9A56-D923-D52B2E477BA1}"/>
            </a:ext>
          </a:extLst>
        </p:cNvPr>
        <p:cNvGrpSpPr/>
        <p:nvPr/>
      </p:nvGrpSpPr>
      <p:grpSpPr>
        <a:xfrm>
          <a:off x="0" y="0"/>
          <a:ext cx="0" cy="0"/>
          <a:chOff x="0" y="0"/>
          <a:chExt cx="0" cy="0"/>
        </a:xfrm>
      </p:grpSpPr>
      <p:sp>
        <p:nvSpPr>
          <p:cNvPr id="22" name="Rectángulo 21">
            <a:extLst>
              <a:ext uri="{FF2B5EF4-FFF2-40B4-BE49-F238E27FC236}">
                <a16:creationId xmlns:a16="http://schemas.microsoft.com/office/drawing/2014/main" id="{45935B24-B600-7950-F479-971F1EF08EC1}"/>
              </a:ext>
            </a:extLst>
          </p:cNvPr>
          <p:cNvSpPr/>
          <p:nvPr/>
        </p:nvSpPr>
        <p:spPr>
          <a:xfrm>
            <a:off x="349340" y="1573426"/>
            <a:ext cx="11506659" cy="4621428"/>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3" name="Título 2">
            <a:extLst>
              <a:ext uri="{FF2B5EF4-FFF2-40B4-BE49-F238E27FC236}">
                <a16:creationId xmlns:a16="http://schemas.microsoft.com/office/drawing/2014/main" id="{250102A2-838E-CEEF-351A-F3E9652F9BA0}"/>
              </a:ext>
            </a:extLst>
          </p:cNvPr>
          <p:cNvSpPr>
            <a:spLocks noGrp="1"/>
          </p:cNvSpPr>
          <p:nvPr>
            <p:ph type="title"/>
          </p:nvPr>
        </p:nvSpPr>
        <p:spPr>
          <a:xfrm>
            <a:off x="335999" y="398357"/>
            <a:ext cx="11520000" cy="407988"/>
          </a:xfrm>
        </p:spPr>
        <p:txBody>
          <a:bodyPr/>
          <a:lstStyle/>
          <a:p>
            <a:r>
              <a:rPr lang="en-US" sz="2000" b="1" noProof="1">
                <a:solidFill>
                  <a:srgbClr val="002060"/>
                </a:solidFill>
              </a:rPr>
              <a:t>Specific Objectives</a:t>
            </a:r>
          </a:p>
        </p:txBody>
      </p:sp>
      <p:grpSp>
        <p:nvGrpSpPr>
          <p:cNvPr id="27" name="Grupo 26">
            <a:extLst>
              <a:ext uri="{FF2B5EF4-FFF2-40B4-BE49-F238E27FC236}">
                <a16:creationId xmlns:a16="http://schemas.microsoft.com/office/drawing/2014/main" id="{9EB86EBF-1833-CF9E-AE0F-C61D02B435BA}"/>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5275E3B8-3CBE-8EA5-B82D-F4B7A728EB6C}"/>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EB7D9C52-0324-FFDD-E3E4-40349301F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uadroTexto 5">
            <a:extLst>
              <a:ext uri="{FF2B5EF4-FFF2-40B4-BE49-F238E27FC236}">
                <a16:creationId xmlns:a16="http://schemas.microsoft.com/office/drawing/2014/main" id="{A3C5AFCD-3669-82ED-CEE7-1A1B9DD3452F}"/>
              </a:ext>
            </a:extLst>
          </p:cNvPr>
          <p:cNvSpPr txBox="1"/>
          <p:nvPr/>
        </p:nvSpPr>
        <p:spPr bwMode="auto">
          <a:xfrm>
            <a:off x="478733" y="1441617"/>
            <a:ext cx="1737246"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a:lnSpc>
                <a:spcPct val="110000"/>
              </a:lnSpc>
            </a:pPr>
            <a:r>
              <a:rPr lang="en-US" sz="1600" b="1" kern="0" noProof="1">
                <a:solidFill>
                  <a:srgbClr val="002060"/>
                </a:solidFill>
              </a:rPr>
              <a:t>State of the Art</a:t>
            </a:r>
          </a:p>
        </p:txBody>
      </p:sp>
      <p:sp>
        <p:nvSpPr>
          <p:cNvPr id="5" name="CuadroTexto 4">
            <a:extLst>
              <a:ext uri="{FF2B5EF4-FFF2-40B4-BE49-F238E27FC236}">
                <a16:creationId xmlns:a16="http://schemas.microsoft.com/office/drawing/2014/main" id="{15DFFB11-06C2-965B-B82A-8C1A1B9EBA8A}"/>
              </a:ext>
            </a:extLst>
          </p:cNvPr>
          <p:cNvSpPr txBox="1"/>
          <p:nvPr/>
        </p:nvSpPr>
        <p:spPr bwMode="auto">
          <a:xfrm>
            <a:off x="349340" y="928092"/>
            <a:ext cx="11506659" cy="492443"/>
          </a:xfrm>
          <a:prstGeom prst="rect">
            <a:avLst/>
          </a:prstGeom>
          <a:solidFill>
            <a:schemeClr val="bg1">
              <a:lumMod val="9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spcBef>
                <a:spcPts val="200"/>
              </a:spcBef>
              <a:spcAft>
                <a:spcPts val="200"/>
              </a:spcAft>
            </a:pPr>
            <a:r>
              <a:rPr lang="en-US" sz="1300" noProof="1"/>
              <a:t>3. Implement a </a:t>
            </a:r>
            <a:r>
              <a:rPr lang="en-US" sz="1300" b="1" noProof="1">
                <a:solidFill>
                  <a:srgbClr val="002060"/>
                </a:solidFill>
              </a:rPr>
              <a:t>multi-agent cycle to automatically update </a:t>
            </a:r>
            <a:r>
              <a:rPr lang="en-US" sz="1300" noProof="1"/>
              <a:t>and repair libraries one at a time, using cross-platform build validations to generate and refine fixes.</a:t>
            </a:r>
          </a:p>
        </p:txBody>
      </p:sp>
      <p:pic>
        <p:nvPicPr>
          <p:cNvPr id="2" name="Imagen 1" descr="un grupo de coches de juguete sentados uno al lado del otro">
            <a:extLst>
              <a:ext uri="{FF2B5EF4-FFF2-40B4-BE49-F238E27FC236}">
                <a16:creationId xmlns:a16="http://schemas.microsoft.com/office/drawing/2014/main" id="{8BCC01D2-2AE8-6EFD-1119-E673BC134285}"/>
              </a:ext>
            </a:extLst>
          </p:cNvPr>
          <p:cNvPicPr>
            <a:picLocks noChangeAspect="1"/>
          </p:cNvPicPr>
          <p:nvPr/>
        </p:nvPicPr>
        <p:blipFill>
          <a:blip r:embed="rId3"/>
          <a:stretch>
            <a:fillRect/>
          </a:stretch>
        </p:blipFill>
        <p:spPr>
          <a:xfrm>
            <a:off x="8031892" y="1783762"/>
            <a:ext cx="3432178" cy="4290221"/>
          </a:xfrm>
          <a:prstGeom prst="rect">
            <a:avLst/>
          </a:prstGeom>
        </p:spPr>
      </p:pic>
      <p:sp>
        <p:nvSpPr>
          <p:cNvPr id="9" name="Marcador de contenido 1">
            <a:extLst>
              <a:ext uri="{FF2B5EF4-FFF2-40B4-BE49-F238E27FC236}">
                <a16:creationId xmlns:a16="http://schemas.microsoft.com/office/drawing/2014/main" id="{614D68F4-6880-4BE0-5DA6-DC5CA7B0C297}"/>
              </a:ext>
            </a:extLst>
          </p:cNvPr>
          <p:cNvSpPr txBox="1">
            <a:spLocks/>
          </p:cNvSpPr>
          <p:nvPr/>
        </p:nvSpPr>
        <p:spPr>
          <a:xfrm>
            <a:off x="855223" y="1936653"/>
            <a:ext cx="678474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r>
              <a:rPr lang="en-US" noProof="1"/>
              <a:t>Agentic systems (such as MAGIS or SWE-Agent) allow for handling errors across multiple files and at the repository level. The integration of </a:t>
            </a:r>
            <a:r>
              <a:rPr lang="en-US" b="1" noProof="1"/>
              <a:t>static analysis diagnostics </a:t>
            </a:r>
            <a:r>
              <a:rPr lang="en-US" noProof="1"/>
              <a:t>(AAG) improves the success rate and the validity of patches. [1]</a:t>
            </a:r>
          </a:p>
          <a:p>
            <a:endParaRPr lang="en-US" noProof="1"/>
          </a:p>
          <a:p>
            <a:r>
              <a:rPr lang="en-US" noProof="1"/>
              <a:t>LADU (Java): Drastic reduction in steps (18 compared to 106 from the competition) and significantly lower token consumption </a:t>
            </a:r>
            <a:r>
              <a:rPr lang="en-US" b="1" noProof="1"/>
              <a:t>due to Meta-RAG condensation</a:t>
            </a:r>
            <a:r>
              <a:rPr lang="en-US" noProof="1"/>
              <a:t>. [2]</a:t>
            </a:r>
          </a:p>
          <a:p>
            <a:pPr marL="0" indent="0">
              <a:buNone/>
            </a:pPr>
            <a:endParaRPr lang="en-US" noProof="1"/>
          </a:p>
          <a:p>
            <a:r>
              <a:rPr lang="en-US" b="1" noProof="1"/>
              <a:t>The intrinsic capability of the model </a:t>
            </a:r>
            <a:r>
              <a:rPr lang="en-US" noProof="1"/>
              <a:t>(especially reasoning models) is more critical than the prompt design alone. [3]</a:t>
            </a:r>
          </a:p>
          <a:p>
            <a:pPr marL="0" indent="0">
              <a:buNone/>
            </a:pPr>
            <a:endParaRPr lang="en-US" noProof="1"/>
          </a:p>
          <a:p>
            <a:r>
              <a:rPr lang="en-US" noProof="1"/>
              <a:t>There is a strong correlation r = 0.702 between the </a:t>
            </a:r>
            <a:r>
              <a:rPr lang="en-US" b="1" noProof="1"/>
              <a:t>model's ability to manipulate the Java AST </a:t>
            </a:r>
            <a:r>
              <a:rPr lang="en-US" noProof="1"/>
              <a:t>and its success in repairs. [4]</a:t>
            </a:r>
          </a:p>
        </p:txBody>
      </p:sp>
      <p:sp>
        <p:nvSpPr>
          <p:cNvPr id="10" name="Triángulo 9">
            <a:extLst>
              <a:ext uri="{FF2B5EF4-FFF2-40B4-BE49-F238E27FC236}">
                <a16:creationId xmlns:a16="http://schemas.microsoft.com/office/drawing/2014/main" id="{68C5E3BA-919A-A3C3-E0B0-21B40969FAE6}"/>
              </a:ext>
            </a:extLst>
          </p:cNvPr>
          <p:cNvSpPr/>
          <p:nvPr/>
        </p:nvSpPr>
        <p:spPr>
          <a:xfrm rot="10800000">
            <a:off x="2534123" y="5122878"/>
            <a:ext cx="3426940" cy="100879"/>
          </a:xfrm>
          <a:prstGeom prst="triangle">
            <a:avLst/>
          </a:prstGeom>
          <a:solidFill>
            <a:srgbClr val="023A73"/>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sp>
        <p:nvSpPr>
          <p:cNvPr id="11" name="Marcador de contenido 1">
            <a:extLst>
              <a:ext uri="{FF2B5EF4-FFF2-40B4-BE49-F238E27FC236}">
                <a16:creationId xmlns:a16="http://schemas.microsoft.com/office/drawing/2014/main" id="{F6A369CF-5034-BF7F-A9E4-DB2D2FC1955E}"/>
              </a:ext>
            </a:extLst>
          </p:cNvPr>
          <p:cNvSpPr txBox="1">
            <a:spLocks/>
          </p:cNvSpPr>
          <p:nvPr/>
        </p:nvSpPr>
        <p:spPr>
          <a:xfrm>
            <a:off x="855223" y="5432306"/>
            <a:ext cx="6784740" cy="276999"/>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spAutoFit/>
          </a:bodyPr>
          <a:lstStyle>
            <a:defPPr>
              <a:defRPr lang="en-US"/>
            </a:defPPr>
            <a:lvl1pPr marL="173034" indent="-173034" algn="just" defTabSz="914400" eaLnBrk="0" fontAlgn="base" hangingPunct="0">
              <a:spcBef>
                <a:spcPts val="800"/>
              </a:spcBef>
              <a:spcAft>
                <a:spcPct val="0"/>
              </a:spcAft>
              <a:buClr>
                <a:srgbClr val="002060"/>
              </a:buClr>
              <a:buFont typeface="Wingdings" panose="05000000000000000000" pitchFamily="2" charset="2"/>
              <a:buChar char="§"/>
              <a:defRPr sz="1200" kern="0">
                <a:solidFill>
                  <a:schemeClr val="tx1">
                    <a:lumMod val="75000"/>
                    <a:lumOff val="25000"/>
                  </a:schemeClr>
                </a:solidFill>
              </a:defRPr>
            </a:lvl1pPr>
            <a:lvl2pPr marL="531800" indent="-179384" eaLnBrk="0" fontAlgn="base" hangingPunct="0">
              <a:spcBef>
                <a:spcPts val="600"/>
              </a:spcBef>
              <a:spcAft>
                <a:spcPct val="0"/>
              </a:spcAft>
              <a:buClr>
                <a:srgbClr val="002060"/>
              </a:buClr>
              <a:buFont typeface="Wingdings" panose="05000000000000000000" pitchFamily="2" charset="2"/>
              <a:buChar char="ü"/>
              <a:defRPr sz="1200">
                <a:solidFill>
                  <a:schemeClr val="tx1">
                    <a:lumMod val="75000"/>
                    <a:lumOff val="25000"/>
                  </a:schemeClr>
                </a:solidFill>
              </a:defRPr>
            </a:lvl2pPr>
            <a:lvl3pPr marL="711182" indent="203195" eaLnBrk="0" fontAlgn="base" hangingPunct="0">
              <a:spcBef>
                <a:spcPct val="20000"/>
              </a:spcBef>
              <a:spcAft>
                <a:spcPct val="0"/>
              </a:spcAft>
              <a:buChar char="•"/>
              <a:defRPr sz="1200"/>
            </a:lvl3pPr>
            <a:lvl4pPr marL="1076298" indent="-185734" eaLnBrk="0" fontAlgn="base" hangingPunct="0">
              <a:spcBef>
                <a:spcPts val="600"/>
              </a:spcBef>
              <a:spcAft>
                <a:spcPct val="0"/>
              </a:spcAft>
              <a:buClr>
                <a:srgbClr val="002060"/>
              </a:buClr>
              <a:buFont typeface="Arial" panose="020B0604020202020204" pitchFamily="34" charset="0"/>
              <a:buChar char="•"/>
              <a:defRPr sz="1200">
                <a:solidFill>
                  <a:schemeClr val="tx1">
                    <a:lumMod val="75000"/>
                    <a:lumOff val="25000"/>
                  </a:schemeClr>
                </a:solidFill>
              </a:defRPr>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marL="0" indent="0" algn="ctr">
              <a:buNone/>
            </a:pPr>
            <a:r>
              <a:rPr lang="en-US" noProof="1"/>
              <a:t>Define the agent's MCP structure to interact with the contextualization of the KMP APP.</a:t>
            </a:r>
          </a:p>
        </p:txBody>
      </p:sp>
    </p:spTree>
    <p:extLst>
      <p:ext uri="{BB962C8B-B14F-4D97-AF65-F5344CB8AC3E}">
        <p14:creationId xmlns:p14="http://schemas.microsoft.com/office/powerpoint/2010/main" val="1774869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F19D-2F01-8EE5-E754-197EA73024E2}"/>
            </a:ext>
          </a:extLst>
        </p:cNvPr>
        <p:cNvGrpSpPr/>
        <p:nvPr/>
      </p:nvGrpSpPr>
      <p:grpSpPr>
        <a:xfrm>
          <a:off x="0" y="0"/>
          <a:ext cx="0" cy="0"/>
          <a:chOff x="0" y="0"/>
          <a:chExt cx="0" cy="0"/>
        </a:xfrm>
      </p:grpSpPr>
      <p:sp>
        <p:nvSpPr>
          <p:cNvPr id="22" name="Rectángulo 21">
            <a:extLst>
              <a:ext uri="{FF2B5EF4-FFF2-40B4-BE49-F238E27FC236}">
                <a16:creationId xmlns:a16="http://schemas.microsoft.com/office/drawing/2014/main" id="{03A1AB7D-A25C-13E5-13D8-63335BA6CD13}"/>
              </a:ext>
            </a:extLst>
          </p:cNvPr>
          <p:cNvSpPr/>
          <p:nvPr/>
        </p:nvSpPr>
        <p:spPr>
          <a:xfrm>
            <a:off x="349340" y="1573426"/>
            <a:ext cx="11506659" cy="4621428"/>
          </a:xfrm>
          <a:prstGeom prst="rect">
            <a:avLst/>
          </a:prstGeom>
          <a:solidFill>
            <a:schemeClr val="bg1"/>
          </a:solidFill>
          <a:ln w="12700" cmpd="sng">
            <a:solidFill>
              <a:srgbClr val="002060"/>
            </a:solidFill>
            <a:prstDash val="solid"/>
            <a:round/>
            <a:headEnd/>
            <a:tailEnd/>
          </a:ln>
          <a:effectLst/>
        </p:spPr>
        <p:txBody>
          <a:bodyPr wrap="none" rtlCol="0" anchor="ctr"/>
          <a:lstStyle/>
          <a:p>
            <a:pPr algn="ctr"/>
            <a:endParaRPr lang="en-US" sz="2400" noProof="1">
              <a:latin typeface="Arial" panose="020B0604020202020204" pitchFamily="34" charset="0"/>
              <a:cs typeface="Arial" charset="0"/>
            </a:endParaRPr>
          </a:p>
        </p:txBody>
      </p:sp>
      <p:sp>
        <p:nvSpPr>
          <p:cNvPr id="3" name="Título 2">
            <a:extLst>
              <a:ext uri="{FF2B5EF4-FFF2-40B4-BE49-F238E27FC236}">
                <a16:creationId xmlns:a16="http://schemas.microsoft.com/office/drawing/2014/main" id="{24050386-D3AE-45CD-5A33-03196AB0F737}"/>
              </a:ext>
            </a:extLst>
          </p:cNvPr>
          <p:cNvSpPr>
            <a:spLocks noGrp="1"/>
          </p:cNvSpPr>
          <p:nvPr>
            <p:ph type="title"/>
          </p:nvPr>
        </p:nvSpPr>
        <p:spPr>
          <a:xfrm>
            <a:off x="335999" y="398357"/>
            <a:ext cx="11520000" cy="407988"/>
          </a:xfrm>
        </p:spPr>
        <p:txBody>
          <a:bodyPr/>
          <a:lstStyle/>
          <a:p>
            <a:r>
              <a:rPr lang="en-US" sz="2000" b="1" noProof="1">
                <a:solidFill>
                  <a:srgbClr val="002060"/>
                </a:solidFill>
              </a:rPr>
              <a:t>Specific Objectives</a:t>
            </a:r>
          </a:p>
        </p:txBody>
      </p:sp>
      <p:grpSp>
        <p:nvGrpSpPr>
          <p:cNvPr id="27" name="Grupo 26">
            <a:extLst>
              <a:ext uri="{FF2B5EF4-FFF2-40B4-BE49-F238E27FC236}">
                <a16:creationId xmlns:a16="http://schemas.microsoft.com/office/drawing/2014/main" id="{6DD4B9BB-34AD-48DB-36D4-587069367843}"/>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89DA9992-E0DF-E384-1CE6-A94EE8DDB83C}"/>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3731D8D2-4E10-D867-BB60-41F938516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uadroTexto 5">
            <a:extLst>
              <a:ext uri="{FF2B5EF4-FFF2-40B4-BE49-F238E27FC236}">
                <a16:creationId xmlns:a16="http://schemas.microsoft.com/office/drawing/2014/main" id="{9E8C4E1E-ED77-C9B6-F40A-002B2F6D4DE9}"/>
              </a:ext>
            </a:extLst>
          </p:cNvPr>
          <p:cNvSpPr txBox="1"/>
          <p:nvPr/>
        </p:nvSpPr>
        <p:spPr bwMode="auto">
          <a:xfrm>
            <a:off x="478733" y="1441617"/>
            <a:ext cx="1737246" cy="342145"/>
          </a:xfrm>
          <a:prstGeom prst="rect">
            <a:avLst/>
          </a:prstGeom>
          <a:solidFill>
            <a:schemeClr val="bg1"/>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defTabSz="914377">
              <a:lnSpc>
                <a:spcPct val="110000"/>
              </a:lnSpc>
            </a:pPr>
            <a:r>
              <a:rPr lang="en-US" sz="1600" b="1" kern="0" noProof="1">
                <a:solidFill>
                  <a:srgbClr val="002060"/>
                </a:solidFill>
              </a:rPr>
              <a:t>State of the Art</a:t>
            </a:r>
          </a:p>
        </p:txBody>
      </p:sp>
      <p:sp>
        <p:nvSpPr>
          <p:cNvPr id="5" name="CuadroTexto 4">
            <a:extLst>
              <a:ext uri="{FF2B5EF4-FFF2-40B4-BE49-F238E27FC236}">
                <a16:creationId xmlns:a16="http://schemas.microsoft.com/office/drawing/2014/main" id="{44BDB582-26A0-CBF1-EE73-1870DD240421}"/>
              </a:ext>
            </a:extLst>
          </p:cNvPr>
          <p:cNvSpPr txBox="1"/>
          <p:nvPr/>
        </p:nvSpPr>
        <p:spPr bwMode="auto">
          <a:xfrm>
            <a:off x="349340" y="928092"/>
            <a:ext cx="11506659" cy="292388"/>
          </a:xfrm>
          <a:prstGeom prst="rect">
            <a:avLst/>
          </a:prstGeom>
          <a:solidFill>
            <a:schemeClr val="bg1">
              <a:lumMod val="9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a:spcBef>
                <a:spcPts val="200"/>
              </a:spcBef>
              <a:spcAft>
                <a:spcPts val="200"/>
              </a:spcAft>
            </a:pPr>
            <a:r>
              <a:rPr lang="en-US" sz="1300" noProof="1"/>
              <a:t>4. Measuring both </a:t>
            </a:r>
            <a:r>
              <a:rPr lang="en-US" sz="1300" b="1" noProof="1">
                <a:solidFill>
                  <a:srgbClr val="002060"/>
                </a:solidFill>
              </a:rPr>
              <a:t>compilation success</a:t>
            </a:r>
            <a:r>
              <a:rPr lang="en-US" sz="1300" noProof="1">
                <a:solidFill>
                  <a:srgbClr val="002060"/>
                </a:solidFill>
              </a:rPr>
              <a:t> </a:t>
            </a:r>
            <a:r>
              <a:rPr lang="en-US" sz="1300" noProof="1"/>
              <a:t>and </a:t>
            </a:r>
            <a:r>
              <a:rPr lang="en-US" sz="1300" b="1" noProof="1">
                <a:solidFill>
                  <a:srgbClr val="002060"/>
                </a:solidFill>
              </a:rPr>
              <a:t>functional correctness</a:t>
            </a:r>
            <a:r>
              <a:rPr lang="en-US" sz="1300" noProof="1">
                <a:solidFill>
                  <a:srgbClr val="002060"/>
                </a:solidFill>
              </a:rPr>
              <a:t> </a:t>
            </a:r>
            <a:r>
              <a:rPr lang="en-US" sz="1300" noProof="1"/>
              <a:t>to track improvements in coupling, cohesion, and complexity.</a:t>
            </a:r>
          </a:p>
        </p:txBody>
      </p:sp>
    </p:spTree>
    <p:extLst>
      <p:ext uri="{BB962C8B-B14F-4D97-AF65-F5344CB8AC3E}">
        <p14:creationId xmlns:p14="http://schemas.microsoft.com/office/powerpoint/2010/main" val="3526635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15B6D-6F27-76B8-DCEB-FBD93ABC05A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6AB0511-AC78-292F-1BBA-DFD3FB93F845}"/>
              </a:ext>
            </a:extLst>
          </p:cNvPr>
          <p:cNvSpPr txBox="1"/>
          <p:nvPr/>
        </p:nvSpPr>
        <p:spPr bwMode="auto">
          <a:xfrm>
            <a:off x="336000" y="4754111"/>
            <a:ext cx="1332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defPPr>
              <a:defRPr lang="en-US"/>
            </a:defPPr>
            <a:lvl1pPr marR="0" lvl="0" indent="0" algn="ctr" defTabSz="914400" eaLnBrk="0" fontAlgn="base" hangingPunct="0">
              <a:lnSpc>
                <a:spcPct val="100000"/>
              </a:lnSpc>
              <a:spcBef>
                <a:spcPct val="20000"/>
              </a:spcBef>
              <a:spcAft>
                <a:spcPct val="0"/>
              </a:spcAft>
              <a:buClr>
                <a:srgbClr val="002060"/>
              </a:buClr>
              <a:buSzTx/>
              <a:buFont typeface="Wingdings" pitchFamily="2" charset="2"/>
              <a:buNone/>
              <a:tabLst/>
              <a:defRPr sz="3200" b="0">
                <a:solidFill>
                  <a:schemeClr val="tx1">
                    <a:lumMod val="75000"/>
                    <a:lumOff val="25000"/>
                  </a:schemeClr>
                </a:solidFill>
                <a:latin typeface="+mj-lt"/>
                <a:cs typeface="Calibri" panose="020F0502020204030204" pitchFamily="34" charset="0"/>
              </a:defRPr>
            </a:lvl1pPr>
            <a:lvl2pPr marL="531800" indent="-179384" eaLnBrk="0" fontAlgn="base" hangingPunct="0">
              <a:spcBef>
                <a:spcPct val="20000"/>
              </a:spcBef>
              <a:spcAft>
                <a:spcPct val="0"/>
              </a:spcAft>
              <a:buClr>
                <a:schemeClr val="bg2"/>
              </a:buClr>
              <a:buFont typeface="Wingdings" pitchFamily="2" charset="2"/>
              <a:buChar char="§"/>
              <a:defRPr sz="1200"/>
            </a:lvl2pPr>
            <a:lvl3pPr marL="711182" indent="203195" eaLnBrk="0" fontAlgn="base" hangingPunct="0">
              <a:spcBef>
                <a:spcPct val="20000"/>
              </a:spcBef>
              <a:spcAft>
                <a:spcPct val="0"/>
              </a:spcAft>
              <a:buChar char="•"/>
              <a:defRPr sz="1200"/>
            </a:lvl3pPr>
            <a:lvl4pPr marL="1076298" indent="-185734" eaLnBrk="0" fontAlgn="base" hangingPunct="0">
              <a:spcBef>
                <a:spcPct val="20000"/>
              </a:spcBef>
              <a:spcAft>
                <a:spcPct val="0"/>
              </a:spcAft>
              <a:buClr>
                <a:schemeClr val="bg2"/>
              </a:buClr>
              <a:buFont typeface="Arial" charset="0"/>
              <a:buChar char="–"/>
              <a:defRPr sz="1200"/>
            </a:lvl4pPr>
            <a:lvl5pPr marL="2057349" indent="-228594" eaLnBrk="0" fontAlgn="base" hangingPunct="0">
              <a:spcBef>
                <a:spcPct val="20000"/>
              </a:spcBef>
              <a:spcAft>
                <a:spcPct val="0"/>
              </a:spcAft>
              <a:buChar char="»"/>
              <a:defRPr sz="1200"/>
            </a:lvl5pPr>
            <a:lvl6pPr marL="2514537" indent="-228594" fontAlgn="base">
              <a:spcBef>
                <a:spcPct val="20000"/>
              </a:spcBef>
              <a:spcAft>
                <a:spcPct val="0"/>
              </a:spcAft>
              <a:buChar char="»"/>
              <a:defRPr sz="1200"/>
            </a:lvl6pPr>
            <a:lvl7pPr marL="2971726" indent="-228594" fontAlgn="base">
              <a:spcBef>
                <a:spcPct val="20000"/>
              </a:spcBef>
              <a:spcAft>
                <a:spcPct val="0"/>
              </a:spcAft>
              <a:buChar char="»"/>
              <a:defRPr sz="1200"/>
            </a:lvl7pPr>
            <a:lvl8pPr marL="3428914" indent="-228594" fontAlgn="base">
              <a:spcBef>
                <a:spcPct val="20000"/>
              </a:spcBef>
              <a:spcAft>
                <a:spcPct val="0"/>
              </a:spcAft>
              <a:buChar char="»"/>
              <a:defRPr sz="1200"/>
            </a:lvl8pPr>
            <a:lvl9pPr marL="3886103" indent="-228594" fontAlgn="base">
              <a:spcBef>
                <a:spcPct val="20000"/>
              </a:spcBef>
              <a:spcAft>
                <a:spcPct val="0"/>
              </a:spcAft>
              <a:buChar char="»"/>
              <a:defRPr sz="1200"/>
            </a:lvl9pPr>
          </a:lstStyle>
          <a:p>
            <a:pPr lvl="0"/>
            <a:r>
              <a:rPr lang="en-US" sz="8000" b="1" noProof="1">
                <a:solidFill>
                  <a:srgbClr val="002060"/>
                </a:solidFill>
              </a:rPr>
              <a:t>06</a:t>
            </a:r>
          </a:p>
        </p:txBody>
      </p:sp>
      <p:sp>
        <p:nvSpPr>
          <p:cNvPr id="5" name="Marcador de texto 3">
            <a:extLst>
              <a:ext uri="{FF2B5EF4-FFF2-40B4-BE49-F238E27FC236}">
                <a16:creationId xmlns:a16="http://schemas.microsoft.com/office/drawing/2014/main" id="{1B4F73F7-D714-A190-153C-D80E9F8FA352}"/>
              </a:ext>
            </a:extLst>
          </p:cNvPr>
          <p:cNvSpPr txBox="1">
            <a:spLocks/>
          </p:cNvSpPr>
          <p:nvPr/>
        </p:nvSpPr>
        <p:spPr bwMode="auto">
          <a:xfrm>
            <a:off x="1709938" y="5351708"/>
            <a:ext cx="5112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0" indent="0" algn="l" rtl="0" eaLnBrk="0" fontAlgn="base" hangingPunct="0">
              <a:spcBef>
                <a:spcPct val="20000"/>
              </a:spcBef>
              <a:spcAft>
                <a:spcPct val="0"/>
              </a:spcAft>
              <a:buClr>
                <a:srgbClr val="002060"/>
              </a:buClr>
              <a:buFont typeface="Wingdings" pitchFamily="2" charset="2"/>
              <a:buNone/>
              <a:defRPr lang="en-US" sz="2000" b="1" kern="1200" dirty="0">
                <a:solidFill>
                  <a:srgbClr val="002060"/>
                </a:solidFill>
                <a:latin typeface="+mj-lt"/>
                <a:ea typeface="+mn-ea"/>
                <a:cs typeface="Arial" charset="0"/>
              </a:defRPr>
            </a:lvl1pPr>
            <a:lvl2pPr marL="531800" indent="-179384" algn="l" rtl="0" eaLnBrk="0" fontAlgn="base" hangingPunct="0">
              <a:spcBef>
                <a:spcPct val="20000"/>
              </a:spcBef>
              <a:spcAft>
                <a:spcPct val="0"/>
              </a:spcAft>
              <a:buClr>
                <a:schemeClr val="bg2"/>
              </a:buClr>
              <a:buFont typeface="Wingdings" pitchFamily="2" charset="2"/>
              <a:buChar char="§"/>
              <a:defRPr sz="1200">
                <a:solidFill>
                  <a:schemeClr val="tx1"/>
                </a:solidFill>
                <a:latin typeface="+mn-lt"/>
                <a:cs typeface="+mn-cs"/>
              </a:defRPr>
            </a:lvl2pPr>
            <a:lvl3pPr marL="711182" indent="203195" algn="l" rtl="0" eaLnBrk="0" fontAlgn="base" hangingPunct="0">
              <a:spcBef>
                <a:spcPct val="20000"/>
              </a:spcBef>
              <a:spcAft>
                <a:spcPct val="0"/>
              </a:spcAft>
              <a:buChar char="•"/>
              <a:defRPr sz="1200">
                <a:solidFill>
                  <a:schemeClr val="tx1"/>
                </a:solidFill>
                <a:latin typeface="+mn-lt"/>
                <a:cs typeface="+mn-cs"/>
              </a:defRPr>
            </a:lvl3pPr>
            <a:lvl4pPr marL="1076298" indent="-185734" algn="l" rtl="0" eaLnBrk="0" fontAlgn="base" hangingPunct="0">
              <a:spcBef>
                <a:spcPct val="20000"/>
              </a:spcBef>
              <a:spcAft>
                <a:spcPct val="0"/>
              </a:spcAft>
              <a:buClr>
                <a:schemeClr val="bg2"/>
              </a:buClr>
              <a:buFont typeface="Arial" charset="0"/>
              <a:buChar char="–"/>
              <a:defRPr sz="1200">
                <a:solidFill>
                  <a:schemeClr val="tx1"/>
                </a:solidFill>
                <a:latin typeface="+mn-lt"/>
                <a:cs typeface="+mn-cs"/>
              </a:defRPr>
            </a:lvl4pPr>
            <a:lvl5pPr marL="2057349" indent="-228594" algn="l" rtl="0" eaLnBrk="0" fontAlgn="base" hangingPunct="0">
              <a:spcBef>
                <a:spcPct val="20000"/>
              </a:spcBef>
              <a:spcAft>
                <a:spcPct val="0"/>
              </a:spcAft>
              <a:buChar char="»"/>
              <a:defRPr sz="1200">
                <a:solidFill>
                  <a:schemeClr val="tx1"/>
                </a:solidFill>
                <a:latin typeface="+mn-lt"/>
                <a:cs typeface="+mn-cs"/>
              </a:defRPr>
            </a:lvl5pPr>
            <a:lvl6pPr marL="2514537" indent="-228594" algn="l" rtl="0" fontAlgn="base">
              <a:spcBef>
                <a:spcPct val="20000"/>
              </a:spcBef>
              <a:spcAft>
                <a:spcPct val="0"/>
              </a:spcAft>
              <a:buChar char="»"/>
              <a:defRPr sz="1200">
                <a:solidFill>
                  <a:schemeClr val="tx1"/>
                </a:solidFill>
                <a:latin typeface="+mn-lt"/>
                <a:cs typeface="+mn-cs"/>
              </a:defRPr>
            </a:lvl6pPr>
            <a:lvl7pPr marL="2971726" indent="-228594" algn="l" rtl="0" fontAlgn="base">
              <a:spcBef>
                <a:spcPct val="20000"/>
              </a:spcBef>
              <a:spcAft>
                <a:spcPct val="0"/>
              </a:spcAft>
              <a:buChar char="»"/>
              <a:defRPr sz="1200">
                <a:solidFill>
                  <a:schemeClr val="tx1"/>
                </a:solidFill>
                <a:latin typeface="+mn-lt"/>
                <a:cs typeface="+mn-cs"/>
              </a:defRPr>
            </a:lvl7pPr>
            <a:lvl8pPr marL="3428914" indent="-228594" algn="l" rtl="0" fontAlgn="base">
              <a:spcBef>
                <a:spcPct val="20000"/>
              </a:spcBef>
              <a:spcAft>
                <a:spcPct val="0"/>
              </a:spcAft>
              <a:buChar char="»"/>
              <a:defRPr sz="1200">
                <a:solidFill>
                  <a:schemeClr val="tx1"/>
                </a:solidFill>
                <a:latin typeface="+mn-lt"/>
                <a:cs typeface="+mn-cs"/>
              </a:defRPr>
            </a:lvl8pPr>
            <a:lvl9pPr marL="3886103" indent="-228594" algn="l" rtl="0" fontAlgn="base">
              <a:spcBef>
                <a:spcPct val="20000"/>
              </a:spcBef>
              <a:spcAft>
                <a:spcPct val="0"/>
              </a:spcAft>
              <a:buChar char="»"/>
              <a:defRPr sz="1200">
                <a:solidFill>
                  <a:schemeClr val="tx1"/>
                </a:solidFill>
                <a:latin typeface="+mn-lt"/>
                <a:cs typeface="+mn-cs"/>
              </a:defRPr>
            </a:lvl9pPr>
          </a:lstStyle>
          <a:p>
            <a:pPr defTabSz="914400">
              <a:defRPr/>
            </a:pPr>
            <a:r>
              <a:rPr lang="en-US" sz="3200" b="0" noProof="1">
                <a:solidFill>
                  <a:schemeClr val="tx1">
                    <a:lumMod val="75000"/>
                    <a:lumOff val="25000"/>
                  </a:schemeClr>
                </a:solidFill>
                <a:cs typeface="Calibri" panose="020F0502020204030204" pitchFamily="34" charset="0"/>
              </a:rPr>
              <a:t>Bibliography</a:t>
            </a:r>
          </a:p>
        </p:txBody>
      </p:sp>
    </p:spTree>
    <p:extLst>
      <p:ext uri="{BB962C8B-B14F-4D97-AF65-F5344CB8AC3E}">
        <p14:creationId xmlns:p14="http://schemas.microsoft.com/office/powerpoint/2010/main" val="2096633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8BCFA-15BF-63CF-2A96-C4C7CB71AB85}"/>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80536FB8-E269-9F02-5162-35F1BCBED266}"/>
              </a:ext>
            </a:extLst>
          </p:cNvPr>
          <p:cNvSpPr>
            <a:spLocks noGrp="1"/>
          </p:cNvSpPr>
          <p:nvPr>
            <p:ph type="title"/>
          </p:nvPr>
        </p:nvSpPr>
        <p:spPr>
          <a:xfrm>
            <a:off x="335999" y="398357"/>
            <a:ext cx="11520000" cy="407988"/>
          </a:xfrm>
        </p:spPr>
        <p:txBody>
          <a:bodyPr/>
          <a:lstStyle/>
          <a:p>
            <a:r>
              <a:rPr lang="en-US" sz="2000" b="1" noProof="1">
                <a:solidFill>
                  <a:srgbClr val="002060"/>
                </a:solidFill>
              </a:rPr>
              <a:t>Bibliography</a:t>
            </a:r>
          </a:p>
        </p:txBody>
      </p:sp>
      <p:grpSp>
        <p:nvGrpSpPr>
          <p:cNvPr id="27" name="Grupo 26">
            <a:extLst>
              <a:ext uri="{FF2B5EF4-FFF2-40B4-BE49-F238E27FC236}">
                <a16:creationId xmlns:a16="http://schemas.microsoft.com/office/drawing/2014/main" id="{31E7AE2C-2DE0-69DF-5B65-C7C98661084A}"/>
              </a:ext>
            </a:extLst>
          </p:cNvPr>
          <p:cNvGrpSpPr/>
          <p:nvPr/>
        </p:nvGrpSpPr>
        <p:grpSpPr>
          <a:xfrm>
            <a:off x="10717427" y="0"/>
            <a:ext cx="1210962" cy="395562"/>
            <a:chOff x="10717427" y="0"/>
            <a:chExt cx="1210962" cy="395562"/>
          </a:xfrm>
        </p:grpSpPr>
        <p:sp>
          <p:nvSpPr>
            <p:cNvPr id="23" name="Rectángulo 22">
              <a:extLst>
                <a:ext uri="{FF2B5EF4-FFF2-40B4-BE49-F238E27FC236}">
                  <a16:creationId xmlns:a16="http://schemas.microsoft.com/office/drawing/2014/main" id="{7D8312A3-7427-8BB0-2FCF-E339D4CF6E83}"/>
                </a:ext>
              </a:extLst>
            </p:cNvPr>
            <p:cNvSpPr/>
            <p:nvPr/>
          </p:nvSpPr>
          <p:spPr>
            <a:xfrm>
              <a:off x="10717427" y="0"/>
              <a:ext cx="1210962" cy="395562"/>
            </a:xfrm>
            <a:prstGeom prst="rect">
              <a:avLst/>
            </a:prstGeom>
            <a:solidFill>
              <a:schemeClr val="bg1"/>
            </a:solidFill>
            <a:ln w="12700" cmpd="sng">
              <a:noFill/>
              <a:prstDash val="sysDash"/>
              <a:round/>
              <a:headEnd/>
              <a:tailEnd/>
            </a:ln>
          </p:spPr>
          <p:txBody>
            <a:bodyPr wrap="none" rtlCol="0" anchor="ctr"/>
            <a:lstStyle/>
            <a:p>
              <a:pPr algn="ctr"/>
              <a:endParaRPr lang="en-US" sz="2400" noProof="1">
                <a:latin typeface="Arial" panose="020B0604020202020204" pitchFamily="34" charset="0"/>
                <a:cs typeface="Arial" charset="0"/>
              </a:endParaRPr>
            </a:p>
          </p:txBody>
        </p:sp>
        <p:pic>
          <p:nvPicPr>
            <p:cNvPr id="21" name="Picture 4">
              <a:extLst>
                <a:ext uri="{FF2B5EF4-FFF2-40B4-BE49-F238E27FC236}">
                  <a16:creationId xmlns:a16="http://schemas.microsoft.com/office/drawing/2014/main" id="{3B887239-1B5C-B0E0-BF06-1F31F474CC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951" y="80684"/>
              <a:ext cx="858707" cy="257613"/>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0" name="Tabla 9">
            <a:extLst>
              <a:ext uri="{FF2B5EF4-FFF2-40B4-BE49-F238E27FC236}">
                <a16:creationId xmlns:a16="http://schemas.microsoft.com/office/drawing/2014/main" id="{83A41600-3A7A-F0EA-54C4-87997DE80483}"/>
              </a:ext>
            </a:extLst>
          </p:cNvPr>
          <p:cNvGraphicFramePr>
            <a:graphicFrameLocks noGrp="1"/>
          </p:cNvGraphicFramePr>
          <p:nvPr>
            <p:extLst>
              <p:ext uri="{D42A27DB-BD31-4B8C-83A1-F6EECF244321}">
                <p14:modId xmlns:p14="http://schemas.microsoft.com/office/powerpoint/2010/main" val="1014533022"/>
              </p:ext>
            </p:extLst>
          </p:nvPr>
        </p:nvGraphicFramePr>
        <p:xfrm>
          <a:off x="413567" y="889686"/>
          <a:ext cx="11364863" cy="5312493"/>
        </p:xfrm>
        <a:graphic>
          <a:graphicData uri="http://schemas.openxmlformats.org/drawingml/2006/table">
            <a:tbl>
              <a:tblPr>
                <a:tableStyleId>{2D5ABB26-0587-4C30-8999-92F81FD0307C}</a:tableStyleId>
              </a:tblPr>
              <a:tblGrid>
                <a:gridCol w="1081777">
                  <a:extLst>
                    <a:ext uri="{9D8B030D-6E8A-4147-A177-3AD203B41FA5}">
                      <a16:colId xmlns:a16="http://schemas.microsoft.com/office/drawing/2014/main" val="754364029"/>
                    </a:ext>
                  </a:extLst>
                </a:gridCol>
                <a:gridCol w="10283086">
                  <a:extLst>
                    <a:ext uri="{9D8B030D-6E8A-4147-A177-3AD203B41FA5}">
                      <a16:colId xmlns:a16="http://schemas.microsoft.com/office/drawing/2014/main" val="3694371229"/>
                    </a:ext>
                  </a:extLst>
                </a:gridCol>
              </a:tblGrid>
              <a:tr h="196759">
                <a:tc>
                  <a:txBody>
                    <a:bodyPr/>
                    <a:lstStyle/>
                    <a:p>
                      <a:pPr algn="ctr" fontAlgn="b">
                        <a:buNone/>
                      </a:pPr>
                      <a:r>
                        <a:rPr lang="en-US" sz="1100" b="1" u="none" strike="noStrike" noProof="1">
                          <a:solidFill>
                            <a:srgbClr val="002060"/>
                          </a:solidFill>
                          <a:effectLst/>
                        </a:rPr>
                        <a:t>Problem</a:t>
                      </a:r>
                      <a:endParaRPr lang="en-US" sz="1100" b="1" i="1" u="none" strike="noStrike" noProof="1">
                        <a:solidFill>
                          <a:srgbClr val="002060"/>
                        </a:solidFill>
                        <a:effectLst/>
                        <a:latin typeface="Calibri Light" panose="020F0302020204030204" pitchFamily="34" charset="0"/>
                      </a:endParaRPr>
                    </a:p>
                  </a:txBody>
                  <a:tcPr marL="8867" marR="8867" marT="8867" marB="0" anchor="b"/>
                </a:tc>
                <a:tc>
                  <a:txBody>
                    <a:bodyPr/>
                    <a:lstStyle/>
                    <a:p>
                      <a:pPr algn="l" fontAlgn="b">
                        <a:buNone/>
                      </a:pPr>
                      <a:endParaRPr lang="en-US" sz="1100" b="0" i="0" u="none"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412561870"/>
                  </a:ext>
                </a:extLst>
              </a:tr>
              <a:tr h="196759">
                <a:tc>
                  <a:txBody>
                    <a:bodyPr/>
                    <a:lstStyle/>
                    <a:p>
                      <a:pPr algn="ctr" fontAlgn="b">
                        <a:buNone/>
                      </a:pPr>
                      <a:r>
                        <a:rPr lang="en-US" sz="1100" u="none" strike="noStrike" noProof="1">
                          <a:solidFill>
                            <a:sysClr val="windowText" lastClr="000000"/>
                          </a:solidFill>
                          <a:effectLst/>
                        </a:rPr>
                        <a:t>[2]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3">
                            <a:extLst>
                              <a:ext uri="{A12FA001-AC4F-418D-AE19-62706E023703}">
                                <ahyp:hlinkClr xmlns:ahyp="http://schemas.microsoft.com/office/drawing/2018/hyperlinkcolor" val="tx"/>
                              </a:ext>
                            </a:extLst>
                          </a:hlinkClick>
                        </a:rPr>
                        <a:t>https://ceur-ws.org/Vol-3941/BENEVOL2024_TECH_paper15.pdf</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685435529"/>
                  </a:ext>
                </a:extLst>
              </a:tr>
              <a:tr h="196759">
                <a:tc>
                  <a:txBody>
                    <a:bodyPr/>
                    <a:lstStyle/>
                    <a:p>
                      <a:pPr algn="ctr" fontAlgn="b">
                        <a:buNone/>
                      </a:pPr>
                      <a:r>
                        <a:rPr lang="en-US" sz="1100" u="none" strike="noStrike" noProof="1">
                          <a:solidFill>
                            <a:sysClr val="windowText" lastClr="000000"/>
                          </a:solidFill>
                          <a:effectLst/>
                        </a:rPr>
                        <a:t>[3]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4">
                            <a:extLst>
                              <a:ext uri="{A12FA001-AC4F-418D-AE19-62706E023703}">
                                <ahyp:hlinkClr xmlns:ahyp="http://schemas.microsoft.com/office/drawing/2018/hyperlinkcolor" val="tx"/>
                              </a:ext>
                            </a:extLst>
                          </a:hlinkClick>
                        </a:rPr>
                        <a:t>https://sailresearch.github.io/sail-website/data/pdfs/2022_Understanding_the_Customization_of_Dependency_Bots.pdf</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959149374"/>
                  </a:ext>
                </a:extLst>
              </a:tr>
              <a:tr h="196759">
                <a:tc>
                  <a:txBody>
                    <a:bodyPr/>
                    <a:lstStyle/>
                    <a:p>
                      <a:pPr algn="ctr" fontAlgn="b">
                        <a:buNone/>
                      </a:pPr>
                      <a:r>
                        <a:rPr lang="en-US" sz="1100" u="none" strike="noStrike" noProof="1">
                          <a:solidFill>
                            <a:sysClr val="windowText" lastClr="000000"/>
                          </a:solidFill>
                          <a:effectLst/>
                        </a:rPr>
                        <a:t>[4]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5">
                            <a:extLst>
                              <a:ext uri="{A12FA001-AC4F-418D-AE19-62706E023703}">
                                <ahyp:hlinkClr xmlns:ahyp="http://schemas.microsoft.com/office/drawing/2018/hyperlinkcolor" val="tx"/>
                              </a:ext>
                            </a:extLst>
                          </a:hlinkClick>
                        </a:rPr>
                        <a:t>https://www.blackduck.com/content/dam/black-duck/en-us/whitepapers/wp-managing-transitive-dependencies-in-oss.pdf</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329810088"/>
                  </a:ext>
                </a:extLst>
              </a:tr>
              <a:tr h="196759">
                <a:tc>
                  <a:txBody>
                    <a:bodyPr/>
                    <a:lstStyle/>
                    <a:p>
                      <a:pPr algn="ctr" fontAlgn="b">
                        <a:buNone/>
                      </a:pPr>
                      <a:r>
                        <a:rPr lang="en-US" sz="1100" u="none" strike="noStrike" noProof="1">
                          <a:solidFill>
                            <a:sysClr val="windowText" lastClr="000000"/>
                          </a:solidFill>
                          <a:effectLst/>
                        </a:rPr>
                        <a:t>[5]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6">
                            <a:extLst>
                              <a:ext uri="{A12FA001-AC4F-418D-AE19-62706E023703}">
                                <ahyp:hlinkClr xmlns:ahyp="http://schemas.microsoft.com/office/drawing/2018/hyperlinkcolor" val="tx"/>
                              </a:ext>
                            </a:extLst>
                          </a:hlinkClick>
                        </a:rPr>
                        <a:t>https://jstvssr.github.io/assets/pdf/semantic-versioning-maven.pdf</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936675460"/>
                  </a:ext>
                </a:extLst>
              </a:tr>
              <a:tr h="196759">
                <a:tc>
                  <a:txBody>
                    <a:bodyPr/>
                    <a:lstStyle/>
                    <a:p>
                      <a:pPr algn="ctr" fontAlgn="b">
                        <a:buNone/>
                      </a:pPr>
                      <a:r>
                        <a:rPr lang="en-US" sz="1100" u="none" strike="noStrike" noProof="1">
                          <a:solidFill>
                            <a:sysClr val="windowText" lastClr="000000"/>
                          </a:solidFill>
                          <a:effectLst/>
                        </a:rPr>
                        <a:t>[6]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7">
                            <a:extLst>
                              <a:ext uri="{A12FA001-AC4F-418D-AE19-62706E023703}">
                                <ahyp:hlinkClr xmlns:ahyp="http://schemas.microsoft.com/office/drawing/2018/hyperlinkcolor" val="tx"/>
                              </a:ext>
                            </a:extLst>
                          </a:hlinkClick>
                        </a:rPr>
                        <a:t>https://martinfowler.com/articles/continuousIntegration.html</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911428479"/>
                  </a:ext>
                </a:extLst>
              </a:tr>
              <a:tr h="196759">
                <a:tc>
                  <a:txBody>
                    <a:bodyPr/>
                    <a:lstStyle/>
                    <a:p>
                      <a:pPr algn="ctr" fontAlgn="b">
                        <a:buNone/>
                      </a:pPr>
                      <a:r>
                        <a:rPr lang="en-US" sz="1100" u="none" strike="noStrike" noProof="1">
                          <a:solidFill>
                            <a:sysClr val="windowText" lastClr="000000"/>
                          </a:solidFill>
                          <a:effectLst/>
                        </a:rPr>
                        <a:t>[7]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8">
                            <a:extLst>
                              <a:ext uri="{A12FA001-AC4F-418D-AE19-62706E023703}">
                                <ahyp:hlinkClr xmlns:ahyp="http://schemas.microsoft.com/office/drawing/2018/hyperlinkcolor" val="tx"/>
                              </a:ext>
                            </a:extLst>
                          </a:hlinkClick>
                        </a:rPr>
                        <a:t>https://nvlpubs.nist.gov/nistpubs/SpecialPublications/NIST.SP.800-204D.pdf</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572549713"/>
                  </a:ext>
                </a:extLst>
              </a:tr>
              <a:tr h="196759">
                <a:tc>
                  <a:txBody>
                    <a:bodyPr/>
                    <a:lstStyle/>
                    <a:p>
                      <a:pPr algn="ctr" fontAlgn="b">
                        <a:buNone/>
                      </a:pPr>
                      <a:r>
                        <a:rPr lang="en-US" sz="1100" u="none" strike="noStrike" noProof="1">
                          <a:solidFill>
                            <a:sysClr val="windowText" lastClr="000000"/>
                          </a:solidFill>
                          <a:effectLst/>
                        </a:rPr>
                        <a:t>[9]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9">
                            <a:extLst>
                              <a:ext uri="{A12FA001-AC4F-418D-AE19-62706E023703}">
                                <ahyp:hlinkClr xmlns:ahyp="http://schemas.microsoft.com/office/drawing/2018/hyperlinkcolor" val="tx"/>
                              </a:ext>
                            </a:extLst>
                          </a:hlinkClick>
                        </a:rPr>
                        <a:t>https://docs.github.com/en/code-security/tutorials/secure-your-dependencies/dependabot-quickstart-guide</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335418428"/>
                  </a:ext>
                </a:extLst>
              </a:tr>
              <a:tr h="196759">
                <a:tc>
                  <a:txBody>
                    <a:bodyPr/>
                    <a:lstStyle/>
                    <a:p>
                      <a:pPr algn="ctr" fontAlgn="b">
                        <a:buNone/>
                      </a:pPr>
                      <a:r>
                        <a:rPr lang="en-US" sz="1100" u="none" strike="noStrike" noProof="1">
                          <a:solidFill>
                            <a:sysClr val="windowText" lastClr="000000"/>
                          </a:solidFill>
                          <a:effectLst/>
                        </a:rPr>
                        <a:t>[10] </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hlinkClick r:id="rId10">
                            <a:extLst>
                              <a:ext uri="{A12FA001-AC4F-418D-AE19-62706E023703}">
                                <ahyp:hlinkClr xmlns:ahyp="http://schemas.microsoft.com/office/drawing/2018/hyperlinkcolor" val="tx"/>
                              </a:ext>
                            </a:extLst>
                          </a:hlinkClick>
                        </a:rPr>
                        <a:t>https://docs.renovatebot.com/key-concepts/automerge</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939780675"/>
                  </a:ext>
                </a:extLst>
              </a:tr>
              <a:tr h="196759">
                <a:tc>
                  <a:txBody>
                    <a:bodyPr/>
                    <a:lstStyle/>
                    <a:p>
                      <a:pPr algn="l" fontAlgn="b">
                        <a:buNone/>
                      </a:pPr>
                      <a:endParaRPr lang="en-US" sz="1100" b="0" i="0" u="none" strike="noStrike" noProof="1">
                        <a:solidFill>
                          <a:sysClr val="windowText" lastClr="000000"/>
                        </a:solidFill>
                        <a:effectLst/>
                        <a:latin typeface="Aptos Narrow" panose="020B000402020202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25859605"/>
                  </a:ext>
                </a:extLst>
              </a:tr>
              <a:tr h="196759">
                <a:tc>
                  <a:txBody>
                    <a:bodyPr/>
                    <a:lstStyle/>
                    <a:p>
                      <a:pPr algn="ctr" fontAlgn="b">
                        <a:buNone/>
                      </a:pPr>
                      <a:r>
                        <a:rPr lang="en-US" sz="1100" b="1" u="none" strike="noStrike" noProof="1">
                          <a:solidFill>
                            <a:srgbClr val="002060"/>
                          </a:solidFill>
                          <a:effectLst/>
                        </a:rPr>
                        <a:t>Objective 1</a:t>
                      </a:r>
                      <a:endParaRPr lang="en-US" sz="1100" b="1" i="1" u="none" strike="noStrike" noProof="1">
                        <a:solidFill>
                          <a:srgbClr val="002060"/>
                        </a:solidFill>
                        <a:effectLst/>
                        <a:latin typeface="Calibri Light" panose="020F030202020403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197160772"/>
                  </a:ext>
                </a:extLst>
              </a:tr>
              <a:tr h="196759">
                <a:tc>
                  <a:txBody>
                    <a:bodyPr/>
                    <a:lstStyle/>
                    <a:p>
                      <a:pPr algn="ctr" fontAlgn="b">
                        <a:buNone/>
                      </a:pPr>
                      <a:r>
                        <a:rPr lang="en-US" sz="1100" u="none" strike="noStrike" noProof="1">
                          <a:solidFill>
                            <a:sysClr val="windowText" lastClr="000000"/>
                          </a:solidFill>
                          <a:effectLst/>
                        </a:rPr>
                        <a:t>[1]</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https://eajournals.org/ejcsit/vol13-issue-44-2025/architecting-shared-logic-with-kotlin-multiplatform-mobile-benefits-challenges-and-ecosystem-positioning/</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899410145"/>
                  </a:ext>
                </a:extLst>
              </a:tr>
              <a:tr h="196759">
                <a:tc>
                  <a:txBody>
                    <a:bodyPr/>
                    <a:lstStyle/>
                    <a:p>
                      <a:pPr algn="ctr" fontAlgn="b">
                        <a:buNone/>
                      </a:pPr>
                      <a:r>
                        <a:rPr lang="en-US" sz="1100" u="none" strike="noStrike" noProof="1">
                          <a:solidFill>
                            <a:sysClr val="windowText" lastClr="000000"/>
                          </a:solidFill>
                          <a:effectLst/>
                        </a:rPr>
                        <a:t>[3]</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https://www.sciencedirect.com/science/article/pii/S0167404825003463?via%3Dihub</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872150638"/>
                  </a:ext>
                </a:extLst>
              </a:tr>
              <a:tr h="196759">
                <a:tc>
                  <a:txBody>
                    <a:bodyPr/>
                    <a:lstStyle/>
                    <a:p>
                      <a:pPr algn="ctr" fontAlgn="b">
                        <a:buNone/>
                      </a:pPr>
                      <a:r>
                        <a:rPr lang="en-US" sz="1100" u="none" strike="noStrike" noProof="1">
                          <a:solidFill>
                            <a:sysClr val="windowText" lastClr="000000"/>
                          </a:solidFill>
                          <a:effectLst/>
                        </a:rPr>
                        <a:t>[6]</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https://www.sciencedirect.com/science/article/pii/S0164121222001820?via%3Dihub</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788222193"/>
                  </a:ext>
                </a:extLst>
              </a:tr>
              <a:tr h="196759">
                <a:tc>
                  <a:txBody>
                    <a:bodyPr/>
                    <a:lstStyle/>
                    <a:p>
                      <a:pPr algn="ctr" fontAlgn="b">
                        <a:buNone/>
                      </a:pPr>
                      <a:r>
                        <a:rPr lang="en-US" sz="1100" u="none" strike="noStrike" noProof="1">
                          <a:solidFill>
                            <a:sysClr val="windowText" lastClr="000000"/>
                          </a:solidFill>
                          <a:effectLst/>
                        </a:rPr>
                        <a:t>[7]</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https://ieeexplore.ieee.org/document/7965248/</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95156841"/>
                  </a:ext>
                </a:extLst>
              </a:tr>
              <a:tr h="196759">
                <a:tc>
                  <a:txBody>
                    <a:bodyPr/>
                    <a:lstStyle/>
                    <a:p>
                      <a:pPr algn="l" fontAlgn="b">
                        <a:buNone/>
                      </a:pPr>
                      <a:endParaRPr lang="en-US" sz="1100" b="0" i="0" u="none" strike="noStrike" noProof="1">
                        <a:solidFill>
                          <a:sysClr val="windowText" lastClr="000000"/>
                        </a:solidFill>
                        <a:effectLst/>
                        <a:latin typeface="Aptos Narrow" panose="020B000402020202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059105198"/>
                  </a:ext>
                </a:extLst>
              </a:tr>
              <a:tr h="196759">
                <a:tc>
                  <a:txBody>
                    <a:bodyPr/>
                    <a:lstStyle/>
                    <a:p>
                      <a:pPr algn="ctr" fontAlgn="b">
                        <a:buNone/>
                      </a:pPr>
                      <a:r>
                        <a:rPr lang="en-US" sz="1100" b="1" u="none" strike="noStrike" noProof="1">
                          <a:solidFill>
                            <a:srgbClr val="002060"/>
                          </a:solidFill>
                          <a:effectLst/>
                        </a:rPr>
                        <a:t>Objective 2</a:t>
                      </a:r>
                      <a:endParaRPr lang="en-US" sz="1100" b="1" i="1" u="none" strike="noStrike" noProof="1">
                        <a:solidFill>
                          <a:srgbClr val="002060"/>
                        </a:solidFill>
                        <a:effectLst/>
                        <a:latin typeface="Calibri Light" panose="020F030202020403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991833105"/>
                  </a:ext>
                </a:extLst>
              </a:tr>
              <a:tr h="196759">
                <a:tc>
                  <a:txBody>
                    <a:bodyPr/>
                    <a:lstStyle/>
                    <a:p>
                      <a:pPr algn="ctr" fontAlgn="b">
                        <a:buNone/>
                      </a:pPr>
                      <a:r>
                        <a:rPr lang="en-US" sz="1100" u="none" strike="noStrike" noProof="1">
                          <a:solidFill>
                            <a:sysClr val="windowText" lastClr="000000"/>
                          </a:solidFill>
                          <a:effectLst/>
                        </a:rPr>
                        <a:t>[1]</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https://aclanthology.org/2025.findings-acl.252/</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636073506"/>
                  </a:ext>
                </a:extLst>
              </a:tr>
              <a:tr h="196759">
                <a:tc>
                  <a:txBody>
                    <a:bodyPr/>
                    <a:lstStyle/>
                    <a:p>
                      <a:pPr algn="ctr" fontAlgn="b">
                        <a:buNone/>
                      </a:pPr>
                      <a:r>
                        <a:rPr lang="en-US" sz="1100" u="none" strike="noStrike" noProof="1">
                          <a:solidFill>
                            <a:sysClr val="windowText" lastClr="000000"/>
                          </a:solidFill>
                          <a:effectLst/>
                        </a:rPr>
                        <a:t>[2]</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https://dl.acm.org/doi/10.1145/3597926.3598147</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1861824404"/>
                  </a:ext>
                </a:extLst>
              </a:tr>
              <a:tr h="196759">
                <a:tc>
                  <a:txBody>
                    <a:bodyPr/>
                    <a:lstStyle/>
                    <a:p>
                      <a:pPr algn="ctr" fontAlgn="b">
                        <a:buNone/>
                      </a:pPr>
                      <a:r>
                        <a:rPr lang="en-US" sz="1100" u="none" strike="noStrike" noProof="1">
                          <a:solidFill>
                            <a:sysClr val="windowText" lastClr="000000"/>
                          </a:solidFill>
                          <a:effectLst/>
                        </a:rPr>
                        <a:t>[4]</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https://arxiv.org/abs/2505.07522</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805487443"/>
                  </a:ext>
                </a:extLst>
              </a:tr>
              <a:tr h="196759">
                <a:tc>
                  <a:txBody>
                    <a:bodyPr/>
                    <a:lstStyle/>
                    <a:p>
                      <a:pPr algn="ctr" fontAlgn="b">
                        <a:buNone/>
                      </a:pPr>
                      <a:r>
                        <a:rPr lang="en-US" sz="1100" u="none" strike="noStrike" noProof="1">
                          <a:solidFill>
                            <a:sysClr val="windowText" lastClr="000000"/>
                          </a:solidFill>
                          <a:effectLst/>
                        </a:rPr>
                        <a:t>[6]</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https://ieeexplore.ieee.org/document/10174082</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709387624"/>
                  </a:ext>
                </a:extLst>
              </a:tr>
              <a:tr h="196759">
                <a:tc>
                  <a:txBody>
                    <a:bodyPr/>
                    <a:lstStyle/>
                    <a:p>
                      <a:pPr algn="l" fontAlgn="b">
                        <a:buNone/>
                      </a:pPr>
                      <a:endParaRPr lang="en-US" sz="1100" b="0" i="0" u="none" strike="noStrike" noProof="1">
                        <a:solidFill>
                          <a:sysClr val="windowText" lastClr="000000"/>
                        </a:solidFill>
                        <a:effectLst/>
                        <a:latin typeface="Aptos Narrow" panose="020B000402020202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4178662265"/>
                  </a:ext>
                </a:extLst>
              </a:tr>
              <a:tr h="196759">
                <a:tc>
                  <a:txBody>
                    <a:bodyPr/>
                    <a:lstStyle/>
                    <a:p>
                      <a:pPr algn="ctr" fontAlgn="b">
                        <a:buNone/>
                      </a:pPr>
                      <a:r>
                        <a:rPr lang="en-US" sz="1100" b="1" u="none" strike="noStrike" noProof="1">
                          <a:solidFill>
                            <a:srgbClr val="002060"/>
                          </a:solidFill>
                          <a:effectLst/>
                        </a:rPr>
                        <a:t>Oobjective 3</a:t>
                      </a:r>
                      <a:endParaRPr lang="en-US" sz="1100" b="1" i="1" u="none" strike="noStrike" noProof="1">
                        <a:solidFill>
                          <a:srgbClr val="002060"/>
                        </a:solidFill>
                        <a:effectLst/>
                        <a:latin typeface="Calibri Light" panose="020F0302020204030204" pitchFamily="34" charset="0"/>
                      </a:endParaRPr>
                    </a:p>
                  </a:txBody>
                  <a:tcPr marL="8867" marR="8867" marT="8867" marB="0" anchor="b"/>
                </a:tc>
                <a:tc>
                  <a:txBody>
                    <a:bodyPr/>
                    <a:lstStyle/>
                    <a:p>
                      <a:pPr algn="l" fontAlgn="b">
                        <a:buNone/>
                      </a:pP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063946261"/>
                  </a:ext>
                </a:extLst>
              </a:tr>
              <a:tr h="196759">
                <a:tc>
                  <a:txBody>
                    <a:bodyPr/>
                    <a:lstStyle/>
                    <a:p>
                      <a:pPr algn="ctr" fontAlgn="b">
                        <a:buNone/>
                      </a:pPr>
                      <a:r>
                        <a:rPr lang="en-US" sz="1100" u="none" strike="noStrike" noProof="1">
                          <a:solidFill>
                            <a:sysClr val="windowText" lastClr="000000"/>
                          </a:solidFill>
                          <a:effectLst/>
                        </a:rPr>
                        <a:t>[1]</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https://arxiv.org/abs/2506.23749</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3062561997"/>
                  </a:ext>
                </a:extLst>
              </a:tr>
              <a:tr h="196759">
                <a:tc>
                  <a:txBody>
                    <a:bodyPr/>
                    <a:lstStyle/>
                    <a:p>
                      <a:pPr algn="ctr" fontAlgn="b">
                        <a:buNone/>
                      </a:pPr>
                      <a:r>
                        <a:rPr lang="en-US" sz="1100" u="none" strike="noStrike" noProof="1">
                          <a:solidFill>
                            <a:sysClr val="windowText" lastClr="000000"/>
                          </a:solidFill>
                          <a:effectLst/>
                        </a:rPr>
                        <a:t>[2]</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https://arxiv.org/abs/2510.03480</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744189167"/>
                  </a:ext>
                </a:extLst>
              </a:tr>
              <a:tr h="196759">
                <a:tc>
                  <a:txBody>
                    <a:bodyPr/>
                    <a:lstStyle/>
                    <a:p>
                      <a:pPr algn="ctr" fontAlgn="b">
                        <a:buNone/>
                      </a:pPr>
                      <a:r>
                        <a:rPr lang="en-US" sz="1100" u="none" strike="noStrike" noProof="1">
                          <a:solidFill>
                            <a:sysClr val="windowText" lastClr="000000"/>
                          </a:solidFill>
                          <a:effectLst/>
                        </a:rPr>
                        <a:t>[3]</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https://arxiv.org/abs/2505.07522</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943024392"/>
                  </a:ext>
                </a:extLst>
              </a:tr>
              <a:tr h="196759">
                <a:tc>
                  <a:txBody>
                    <a:bodyPr/>
                    <a:lstStyle/>
                    <a:p>
                      <a:pPr algn="ctr" fontAlgn="b">
                        <a:buNone/>
                      </a:pPr>
                      <a:r>
                        <a:rPr lang="en-US" sz="1100" u="none" strike="noStrike" noProof="1">
                          <a:solidFill>
                            <a:sysClr val="windowText" lastClr="000000"/>
                          </a:solidFill>
                          <a:effectLst/>
                        </a:rPr>
                        <a:t>[4]</a:t>
                      </a:r>
                      <a:endParaRPr lang="en-US" sz="1100" b="0" i="1" u="none" strike="noStrike" noProof="1">
                        <a:solidFill>
                          <a:sysClr val="windowText" lastClr="000000"/>
                        </a:solidFill>
                        <a:effectLst/>
                        <a:latin typeface="Calibri Light" panose="020F0302020204030204" pitchFamily="34" charset="0"/>
                      </a:endParaRPr>
                    </a:p>
                  </a:txBody>
                  <a:tcPr marL="8867" marR="8867" marT="8867" marB="0" anchor="b"/>
                </a:tc>
                <a:tc>
                  <a:txBody>
                    <a:bodyPr/>
                    <a:lstStyle/>
                    <a:p>
                      <a:pPr algn="l" fontAlgn="b">
                        <a:buNone/>
                      </a:pPr>
                      <a:r>
                        <a:rPr lang="en-US" sz="1100" b="0" u="sng" strike="noStrike" noProof="1">
                          <a:solidFill>
                            <a:sysClr val="windowText" lastClr="000000"/>
                          </a:solidFill>
                          <a:effectLst/>
                        </a:rPr>
                        <a:t>https://dl.acm.org/doi/10.1145/3729366</a:t>
                      </a:r>
                      <a:endParaRPr lang="en-US" sz="1100" b="0" i="0" u="sng" strike="noStrike" noProof="1">
                        <a:solidFill>
                          <a:sysClr val="windowText" lastClr="000000"/>
                        </a:solidFill>
                        <a:effectLst/>
                        <a:latin typeface="Aptos Narrow" panose="020B0004020202020204" pitchFamily="34" charset="0"/>
                      </a:endParaRPr>
                    </a:p>
                  </a:txBody>
                  <a:tcPr marL="8867" marR="8867" marT="8867" marB="0" anchor="b"/>
                </a:tc>
                <a:extLst>
                  <a:ext uri="{0D108BD9-81ED-4DB2-BD59-A6C34878D82A}">
                    <a16:rowId xmlns:a16="http://schemas.microsoft.com/office/drawing/2014/main" val="2389772798"/>
                  </a:ext>
                </a:extLst>
              </a:tr>
            </a:tbl>
          </a:graphicData>
        </a:graphic>
      </p:graphicFrame>
    </p:spTree>
    <p:extLst>
      <p:ext uri="{BB962C8B-B14F-4D97-AF65-F5344CB8AC3E}">
        <p14:creationId xmlns:p14="http://schemas.microsoft.com/office/powerpoint/2010/main" val="8830427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JPM_OBJECT_NAME" val="jpmAgendaTitle"/>
</p:tagLst>
</file>

<file path=ppt/theme/theme1.xml><?xml version="1.0" encoding="utf-8"?>
<a:theme xmlns:a="http://schemas.openxmlformats.org/drawingml/2006/main" name="1_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23A73"/>
        </a:solidFill>
        <a:ln w="12700" cmpd="sng">
          <a:noFill/>
          <a:prstDash val="sysDash"/>
          <a:round/>
          <a:headEnd/>
          <a:tailEnd/>
        </a:ln>
      </a:spPr>
      <a:bodyPr wrap="none" rtlCol="0" anchor="ctr"/>
      <a:lstStyle>
        <a:defPPr algn="ctr">
          <a:defRPr sz="2400">
            <a:latin typeface="Arial" panose="020B0604020202020204" pitchFamily="34" charset="0"/>
            <a:cs typeface="Arial" charset="0"/>
          </a:defRPr>
        </a:defPPr>
      </a:lstStyle>
    </a:spDef>
    <a:txDef>
      <a:spPr bwMode="auto">
        <a:noFill/>
        <a:ln>
          <a:noFill/>
        </a:ln>
        <a:extLst>
          <a:ext uri="{909E8E84-426E-40dd-AFC4-6F175D3DCCD1}">
            <a14:hiddenFill xmlns="" xmlns:a14="http://schemas.microsoft.com/office/drawing/2010/main" xmlns:p="http://schemas.openxmlformats.org/presentationml/2006/main" xmlns:r="http://schemas.openxmlformats.org/officeDocument/2006/relationships">
              <a:solidFill>
                <a:srgbClr val="FFFFFF"/>
              </a:solidFill>
            </a14:hiddenFill>
          </a:ext>
          <a:ext uri="{91240B29-F687-4f45-9708-019B960494DF}">
            <a14:hiddenLine xmlns="" xmlns:a14="http://schemas.microsoft.com/office/drawing/2010/main" xmlns:p="http://schemas.openxmlformats.org/presentationml/2006/main" xmlns:r="http://schemas.openxmlformats.org/officeDocument/2006/relationships" w="9525">
              <a:solidFill>
                <a:srgbClr val="000000"/>
              </a:solidFill>
              <a:miter lim="800000"/>
              <a:headEnd/>
              <a:tailEnd/>
            </a14:hiddenLine>
          </a:ext>
        </a:extLst>
      </a:spPr>
      <a:bodyPr vert="horz" wrap="square" lIns="91440" tIns="45720" rIns="91440" bIns="45720" numCol="1" anchor="ctr" anchorCtr="0" compatLnSpc="1">
        <a:prstTxWarp prst="textNoShape">
          <a:avLst/>
        </a:prstTxWarp>
      </a:bodyPr>
      <a:lstStyle>
        <a:defPPr algn="ctr" defTabSz="914377" eaLnBrk="1" hangingPunct="1">
          <a:lnSpc>
            <a:spcPct val="110000"/>
          </a:lnSpc>
          <a:spcAft>
            <a:spcPts val="0"/>
          </a:spcAft>
          <a:defRPr sz="2800" b="1" kern="0" dirty="0" smtClean="0">
            <a:solidFill>
              <a:srgbClr val="002060"/>
            </a:solidFill>
            <a:cs typeface="Helvetica"/>
          </a:defRPr>
        </a:defPPr>
      </a:lstStyle>
    </a:tx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130529</TotalTime>
  <Words>1375</Words>
  <Application>Microsoft Macintosh PowerPoint</Application>
  <PresentationFormat>Panorámica</PresentationFormat>
  <Paragraphs>161</Paragraphs>
  <Slides>16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Abadi</vt:lpstr>
      <vt:lpstr>Aptos Narrow</vt:lpstr>
      <vt:lpstr>Arial</vt:lpstr>
      <vt:lpstr>Calibri</vt:lpstr>
      <vt:lpstr>Calibri Light</vt:lpstr>
      <vt:lpstr>Helvetica</vt:lpstr>
      <vt:lpstr>Wingdings</vt:lpstr>
      <vt:lpstr>1_Diseño predeterminado</vt:lpstr>
      <vt:lpstr>Presentación de PowerPoint</vt:lpstr>
      <vt:lpstr>Presentación de PowerPoint</vt:lpstr>
      <vt:lpstr>Presentación de PowerPoint</vt:lpstr>
      <vt:lpstr>Analogy of Problem</vt:lpstr>
      <vt:lpstr>Framework</vt:lpstr>
      <vt:lpstr>Presentación de PowerPoint</vt:lpstr>
      <vt:lpstr>Definition of Problem</vt:lpstr>
      <vt:lpstr>Presentación de PowerPoint</vt:lpstr>
      <vt:lpstr>Objectives</vt:lpstr>
      <vt:lpstr>Presentación de PowerPoint</vt:lpstr>
      <vt:lpstr>Specific Objectives</vt:lpstr>
      <vt:lpstr>Specific Objectives</vt:lpstr>
      <vt:lpstr>Specific Objectives</vt:lpstr>
      <vt:lpstr>Specific Objectives</vt:lpstr>
      <vt:lpstr>Presentación de PowerPoint</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de Valoración La Gloria</dc:title>
  <dc:creator>numana@sumatoria.com.co</dc:creator>
  <cp:lastModifiedBy>Santiago Bobadilla</cp:lastModifiedBy>
  <cp:revision>3384</cp:revision>
  <cp:lastPrinted>2022-09-23T21:14:37Z</cp:lastPrinted>
  <dcterms:created xsi:type="dcterms:W3CDTF">2018-05-07T22:04:06Z</dcterms:created>
  <dcterms:modified xsi:type="dcterms:W3CDTF">2026-02-28T21:35:21Z</dcterms:modified>
</cp:coreProperties>
</file>